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43891200" cy="32918400"/>
  <p:notesSz cx="6858000" cy="9144000"/>
  <p:embeddedFontLst>
    <p:embeddedFont>
      <p:font typeface="Open Sans" panose="020B0606030504020204" pitchFamily="34" charset="0"/>
      <p:regular r:id="rId4"/>
      <p:bold r:id="rId5"/>
      <p:italic r:id="rId6"/>
      <p:boldItalic r:id="rId7"/>
    </p:embeddedFont>
    <p:embeddedFont>
      <p:font typeface="Open Sans ExtraBold" panose="020B0906030804020204" pitchFamily="34" charset="0"/>
      <p:bold r:id="rId8"/>
      <p:italic r:id="rId9"/>
      <p:boldItalic r:id="rId10"/>
    </p:embeddedFont>
    <p:embeddedFont>
      <p:font typeface="Open Sans Light" panose="020B0306030504020204" pitchFamily="34" charset="0"/>
      <p:regular r:id="rId11"/>
      <p:bold r:id=""/>
      <p:italic r:id="rId12"/>
      <p:boldItalic r:id=""/>
    </p:embeddedFont>
    <p:embeddedFont>
      <p:font typeface="Rockwell" panose="02060603020205020403" pitchFamily="18" charset="77"/>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hOLUNJkTXzeWlBfknOfQt+Agr61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793"/>
    <p:restoredTop sz="94794"/>
  </p:normalViewPr>
  <p:slideViewPr>
    <p:cSldViewPr snapToGrid="0">
      <p:cViewPr>
        <p:scale>
          <a:sx n="40" d="100"/>
          <a:sy n="40" d="100"/>
        </p:scale>
        <p:origin x="240" y="80"/>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3" Type="http://schemas.openxmlformats.org/officeDocument/2006/relationships/notesMaster" Target="notesMasters/notesMaster1.xml"/><Relationship Id="rId21" Type="http://schemas.openxmlformats.org/officeDocument/2006/relationships/viewProps" Target="viewProps.xml"/><Relationship Id="rId7" Type="http://schemas.openxmlformats.org/officeDocument/2006/relationships/font" Target="fonts/font4.fntdata"/><Relationship Id="rId12"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font" Target="fonts/font1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font" Target="fonts/font12.fntdata"/><Relationship Id="rId23" Type="http://schemas.openxmlformats.org/officeDocument/2006/relationships/tableStyles" Target="tableStyles.xml"/><Relationship Id="rId10" Type="http://schemas.openxmlformats.org/officeDocument/2006/relationships/font" Target="fonts/font7.fntdata"/><Relationship Id="rId19" Type="http://customschemas.google.com/relationships/presentationmetadata" Target="meta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29" name="Google Shape;32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330" name="Google Shape;330;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3"/>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20"/>
        <p:cNvGrpSpPr/>
        <p:nvPr/>
      </p:nvGrpSpPr>
      <p:grpSpPr>
        <a:xfrm>
          <a:off x="0" y="0"/>
          <a:ext cx="0" cy="0"/>
          <a:chOff x="0" y="0"/>
          <a:chExt cx="0" cy="0"/>
        </a:xfrm>
      </p:grpSpPr>
      <p:grpSp>
        <p:nvGrpSpPr>
          <p:cNvPr id="21" name="Google Shape;21;p4"/>
          <p:cNvGrpSpPr/>
          <p:nvPr/>
        </p:nvGrpSpPr>
        <p:grpSpPr>
          <a:xfrm>
            <a:off x="3" y="0"/>
            <a:ext cx="45864782" cy="32895542"/>
            <a:chOff x="1524000" y="0"/>
            <a:chExt cx="9555163" cy="6853238"/>
          </a:xfrm>
        </p:grpSpPr>
        <p:sp>
          <p:nvSpPr>
            <p:cNvPr id="22" name="Google Shape;22;p4"/>
            <p:cNvSpPr/>
            <p:nvPr/>
          </p:nvSpPr>
          <p:spPr>
            <a:xfrm>
              <a:off x="1524000" y="1331913"/>
              <a:ext cx="7837488" cy="5521325"/>
            </a:xfrm>
            <a:custGeom>
              <a:avLst/>
              <a:gdLst/>
              <a:ahLst/>
              <a:cxnLst/>
              <a:rect l="l" t="t" r="r" b="b"/>
              <a:pathLst>
                <a:path w="1648" h="1161" extrusionOk="0">
                  <a:moveTo>
                    <a:pt x="1362" y="1161"/>
                  </a:moveTo>
                  <a:cubicBezTo>
                    <a:pt x="1648" y="920"/>
                    <a:pt x="1283" y="505"/>
                    <a:pt x="1097" y="326"/>
                  </a:cubicBezTo>
                  <a:cubicBezTo>
                    <a:pt x="926" y="162"/>
                    <a:pt x="709" y="35"/>
                    <a:pt x="470" y="14"/>
                  </a:cubicBezTo>
                  <a:cubicBezTo>
                    <a:pt x="315" y="0"/>
                    <a:pt x="142" y="49"/>
                    <a:pt x="0" y="138"/>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4"/>
            <p:cNvSpPr/>
            <p:nvPr/>
          </p:nvSpPr>
          <p:spPr>
            <a:xfrm>
              <a:off x="1524000" y="5564188"/>
              <a:ext cx="1412875" cy="1284288"/>
            </a:xfrm>
            <a:custGeom>
              <a:avLst/>
              <a:gdLst/>
              <a:ahLst/>
              <a:cxnLst/>
              <a:rect l="l" t="t" r="r" b="b"/>
              <a:pathLst>
                <a:path w="297" h="270" extrusionOk="0">
                  <a:moveTo>
                    <a:pt x="0" y="0"/>
                  </a:moveTo>
                  <a:cubicBezTo>
                    <a:pt x="73" y="119"/>
                    <a:pt x="186" y="220"/>
                    <a:pt x="297" y="27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4"/>
            <p:cNvSpPr/>
            <p:nvPr/>
          </p:nvSpPr>
          <p:spPr>
            <a:xfrm>
              <a:off x="1524000" y="2030413"/>
              <a:ext cx="6510338" cy="4813300"/>
            </a:xfrm>
            <a:custGeom>
              <a:avLst/>
              <a:gdLst/>
              <a:ahLst/>
              <a:cxnLst/>
              <a:rect l="l" t="t" r="r" b="b"/>
              <a:pathLst>
                <a:path w="1369" h="1012" extrusionOk="0">
                  <a:moveTo>
                    <a:pt x="845" y="1012"/>
                  </a:moveTo>
                  <a:cubicBezTo>
                    <a:pt x="1043" y="967"/>
                    <a:pt x="1369" y="853"/>
                    <a:pt x="1263" y="588"/>
                  </a:cubicBezTo>
                  <a:cubicBezTo>
                    <a:pt x="1164" y="340"/>
                    <a:pt x="861" y="107"/>
                    <a:pt x="602" y="49"/>
                  </a:cubicBezTo>
                  <a:cubicBezTo>
                    <a:pt x="383" y="0"/>
                    <a:pt x="135" y="97"/>
                    <a:pt x="0" y="28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4"/>
            <p:cNvSpPr/>
            <p:nvPr/>
          </p:nvSpPr>
          <p:spPr>
            <a:xfrm>
              <a:off x="1528763" y="6207125"/>
              <a:ext cx="717550" cy="646113"/>
            </a:xfrm>
            <a:custGeom>
              <a:avLst/>
              <a:gdLst/>
              <a:ahLst/>
              <a:cxnLst/>
              <a:rect l="l" t="t" r="r" b="b"/>
              <a:pathLst>
                <a:path w="151" h="136" extrusionOk="0">
                  <a:moveTo>
                    <a:pt x="0" y="0"/>
                  </a:moveTo>
                  <a:cubicBezTo>
                    <a:pt x="45" y="52"/>
                    <a:pt x="97" y="99"/>
                    <a:pt x="151" y="136"/>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p:nvPr/>
          </p:nvSpPr>
          <p:spPr>
            <a:xfrm>
              <a:off x="1524000" y="1806575"/>
              <a:ext cx="6753225" cy="5046663"/>
            </a:xfrm>
            <a:custGeom>
              <a:avLst/>
              <a:gdLst/>
              <a:ahLst/>
              <a:cxnLst/>
              <a:rect l="l" t="t" r="r" b="b"/>
              <a:pathLst>
                <a:path w="1420" h="1061" extrusionOk="0">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
            <p:cNvSpPr/>
            <p:nvPr/>
          </p:nvSpPr>
          <p:spPr>
            <a:xfrm>
              <a:off x="1524000" y="669925"/>
              <a:ext cx="8797925" cy="6183313"/>
            </a:xfrm>
            <a:custGeom>
              <a:avLst/>
              <a:gdLst/>
              <a:ahLst/>
              <a:cxnLst/>
              <a:rect l="l" t="t" r="r" b="b"/>
              <a:pathLst>
                <a:path w="1850" h="1300" extrusionOk="0">
                  <a:moveTo>
                    <a:pt x="1552" y="1300"/>
                  </a:moveTo>
                  <a:cubicBezTo>
                    <a:pt x="1850" y="1019"/>
                    <a:pt x="1504" y="652"/>
                    <a:pt x="1288" y="447"/>
                  </a:cubicBezTo>
                  <a:cubicBezTo>
                    <a:pt x="1085" y="255"/>
                    <a:pt x="838" y="90"/>
                    <a:pt x="559" y="37"/>
                  </a:cubicBezTo>
                  <a:cubicBezTo>
                    <a:pt x="364" y="0"/>
                    <a:pt x="171" y="40"/>
                    <a:pt x="0" y="131"/>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4"/>
            <p:cNvSpPr/>
            <p:nvPr/>
          </p:nvSpPr>
          <p:spPr>
            <a:xfrm>
              <a:off x="1524000" y="119063"/>
              <a:ext cx="9555163" cy="6734175"/>
            </a:xfrm>
            <a:custGeom>
              <a:avLst/>
              <a:gdLst/>
              <a:ahLst/>
              <a:cxnLst/>
              <a:rect l="l" t="t" r="r" b="b"/>
              <a:pathLst>
                <a:path w="2009" h="1416" extrusionOk="0">
                  <a:moveTo>
                    <a:pt x="1725" y="1416"/>
                  </a:moveTo>
                  <a:cubicBezTo>
                    <a:pt x="2009" y="1117"/>
                    <a:pt x="1728" y="785"/>
                    <a:pt x="1492" y="565"/>
                  </a:cubicBezTo>
                  <a:cubicBezTo>
                    <a:pt x="1248" y="339"/>
                    <a:pt x="961" y="143"/>
                    <a:pt x="635" y="61"/>
                  </a:cubicBezTo>
                  <a:cubicBezTo>
                    <a:pt x="392" y="0"/>
                    <a:pt x="190" y="18"/>
                    <a:pt x="0" y="10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4"/>
            <p:cNvSpPr/>
            <p:nvPr/>
          </p:nvSpPr>
          <p:spPr>
            <a:xfrm>
              <a:off x="5419725" y="4763"/>
              <a:ext cx="5216525" cy="5368925"/>
            </a:xfrm>
            <a:custGeom>
              <a:avLst/>
              <a:gdLst/>
              <a:ahLst/>
              <a:cxnLst/>
              <a:rect l="l" t="t" r="r" b="b"/>
              <a:pathLst>
                <a:path w="1097" h="1129" extrusionOk="0">
                  <a:moveTo>
                    <a:pt x="1097" y="1129"/>
                  </a:moveTo>
                  <a:cubicBezTo>
                    <a:pt x="1031" y="909"/>
                    <a:pt x="843" y="701"/>
                    <a:pt x="709" y="551"/>
                  </a:cubicBezTo>
                  <a:cubicBezTo>
                    <a:pt x="509" y="327"/>
                    <a:pt x="274" y="127"/>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
            <p:cNvSpPr/>
            <p:nvPr/>
          </p:nvSpPr>
          <p:spPr>
            <a:xfrm>
              <a:off x="5813425" y="4763"/>
              <a:ext cx="4832350" cy="4822825"/>
            </a:xfrm>
            <a:custGeom>
              <a:avLst/>
              <a:gdLst/>
              <a:ahLst/>
              <a:cxnLst/>
              <a:rect l="l" t="t" r="r" b="b"/>
              <a:pathLst>
                <a:path w="1016" h="1014" extrusionOk="0">
                  <a:moveTo>
                    <a:pt x="1016" y="1014"/>
                  </a:moveTo>
                  <a:cubicBezTo>
                    <a:pt x="934" y="849"/>
                    <a:pt x="802" y="697"/>
                    <a:pt x="698" y="577"/>
                  </a:cubicBezTo>
                  <a:cubicBezTo>
                    <a:pt x="500" y="348"/>
                    <a:pt x="270" y="141"/>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4"/>
            <p:cNvSpPr/>
            <p:nvPr/>
          </p:nvSpPr>
          <p:spPr>
            <a:xfrm>
              <a:off x="6003925" y="4763"/>
              <a:ext cx="4641850" cy="4598988"/>
            </a:xfrm>
            <a:custGeom>
              <a:avLst/>
              <a:gdLst/>
              <a:ahLst/>
              <a:cxnLst/>
              <a:rect l="l" t="t" r="r" b="b"/>
              <a:pathLst>
                <a:path w="976" h="967" extrusionOk="0">
                  <a:moveTo>
                    <a:pt x="976" y="967"/>
                  </a:moveTo>
                  <a:cubicBezTo>
                    <a:pt x="894" y="822"/>
                    <a:pt x="779" y="689"/>
                    <a:pt x="686" y="580"/>
                  </a:cubicBezTo>
                  <a:cubicBezTo>
                    <a:pt x="491" y="352"/>
                    <a:pt x="264" y="145"/>
                    <a:pt x="0" y="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4"/>
            <p:cNvSpPr/>
            <p:nvPr/>
          </p:nvSpPr>
          <p:spPr>
            <a:xfrm>
              <a:off x="6203950" y="0"/>
              <a:ext cx="4441825" cy="4237038"/>
            </a:xfrm>
            <a:custGeom>
              <a:avLst/>
              <a:gdLst/>
              <a:ahLst/>
              <a:cxnLst/>
              <a:rect l="l" t="t" r="r" b="b"/>
              <a:pathLst>
                <a:path w="934" h="891" extrusionOk="0">
                  <a:moveTo>
                    <a:pt x="934" y="891"/>
                  </a:moveTo>
                  <a:cubicBezTo>
                    <a:pt x="863" y="783"/>
                    <a:pt x="778" y="684"/>
                    <a:pt x="705" y="599"/>
                  </a:cubicBezTo>
                  <a:cubicBezTo>
                    <a:pt x="503" y="365"/>
                    <a:pt x="270" y="152"/>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4"/>
            <p:cNvSpPr/>
            <p:nvPr/>
          </p:nvSpPr>
          <p:spPr>
            <a:xfrm>
              <a:off x="6456363" y="4763"/>
              <a:ext cx="4179888" cy="3986213"/>
            </a:xfrm>
            <a:custGeom>
              <a:avLst/>
              <a:gdLst/>
              <a:ahLst/>
              <a:cxnLst/>
              <a:rect l="l" t="t" r="r" b="b"/>
              <a:pathLst>
                <a:path w="879" h="838" extrusionOk="0">
                  <a:moveTo>
                    <a:pt x="879" y="838"/>
                  </a:moveTo>
                  <a:cubicBezTo>
                    <a:pt x="821" y="755"/>
                    <a:pt x="756" y="679"/>
                    <a:pt x="698" y="611"/>
                  </a:cubicBezTo>
                  <a:cubicBezTo>
                    <a:pt x="498" y="375"/>
                    <a:pt x="268" y="15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
            <p:cNvSpPr/>
            <p:nvPr/>
          </p:nvSpPr>
          <p:spPr>
            <a:xfrm>
              <a:off x="6869113" y="4763"/>
              <a:ext cx="3776663" cy="3838575"/>
            </a:xfrm>
            <a:custGeom>
              <a:avLst/>
              <a:gdLst/>
              <a:ahLst/>
              <a:cxnLst/>
              <a:rect l="l" t="t" r="r" b="b"/>
              <a:pathLst>
                <a:path w="794" h="807" extrusionOk="0">
                  <a:moveTo>
                    <a:pt x="794" y="807"/>
                  </a:moveTo>
                  <a:cubicBezTo>
                    <a:pt x="745" y="739"/>
                    <a:pt x="695" y="676"/>
                    <a:pt x="648" y="617"/>
                  </a:cubicBezTo>
                  <a:cubicBezTo>
                    <a:pt x="462" y="383"/>
                    <a:pt x="248" y="16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4"/>
            <p:cNvSpPr/>
            <p:nvPr/>
          </p:nvSpPr>
          <p:spPr>
            <a:xfrm>
              <a:off x="8758238" y="4763"/>
              <a:ext cx="1887538" cy="1355725"/>
            </a:xfrm>
            <a:custGeom>
              <a:avLst/>
              <a:gdLst/>
              <a:ahLst/>
              <a:cxnLst/>
              <a:rect l="l" t="t" r="r" b="b"/>
              <a:pathLst>
                <a:path w="397" h="285" extrusionOk="0">
                  <a:moveTo>
                    <a:pt x="397" y="285"/>
                  </a:moveTo>
                  <a:cubicBezTo>
                    <a:pt x="270" y="182"/>
                    <a:pt x="138" y="86"/>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4"/>
            <p:cNvSpPr/>
            <p:nvPr/>
          </p:nvSpPr>
          <p:spPr>
            <a:xfrm>
              <a:off x="9223375" y="9525"/>
              <a:ext cx="1422400" cy="1108075"/>
            </a:xfrm>
            <a:custGeom>
              <a:avLst/>
              <a:gdLst/>
              <a:ahLst/>
              <a:cxnLst/>
              <a:rect l="l" t="t" r="r" b="b"/>
              <a:pathLst>
                <a:path w="299" h="233" extrusionOk="0">
                  <a:moveTo>
                    <a:pt x="299" y="233"/>
                  </a:moveTo>
                  <a:cubicBezTo>
                    <a:pt x="197" y="145"/>
                    <a:pt x="97" y="6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4"/>
            <p:cNvSpPr/>
            <p:nvPr/>
          </p:nvSpPr>
          <p:spPr>
            <a:xfrm>
              <a:off x="10009188" y="4763"/>
              <a:ext cx="636588" cy="361950"/>
            </a:xfrm>
            <a:custGeom>
              <a:avLst/>
              <a:gdLst/>
              <a:ahLst/>
              <a:cxnLst/>
              <a:rect l="l" t="t" r="r" b="b"/>
              <a:pathLst>
                <a:path w="134" h="76" extrusionOk="0">
                  <a:moveTo>
                    <a:pt x="0" y="0"/>
                  </a:moveTo>
                  <a:cubicBezTo>
                    <a:pt x="45" y="25"/>
                    <a:pt x="89" y="50"/>
                    <a:pt x="134" y="76"/>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8" name="Google Shape;38;p4"/>
          <p:cNvGrpSpPr/>
          <p:nvPr/>
        </p:nvGrpSpPr>
        <p:grpSpPr>
          <a:xfrm>
            <a:off x="6158947" y="5607979"/>
            <a:ext cx="31613395" cy="21781517"/>
            <a:chOff x="1283114" y="1168329"/>
            <a:chExt cx="6586124" cy="4537816"/>
          </a:xfrm>
        </p:grpSpPr>
        <p:sp>
          <p:nvSpPr>
            <p:cNvPr id="39" name="Google Shape;39;p4"/>
            <p:cNvSpPr/>
            <p:nvPr/>
          </p:nvSpPr>
          <p:spPr>
            <a:xfrm>
              <a:off x="1283114" y="1168329"/>
              <a:ext cx="6586124" cy="7315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4"/>
            <p:cNvSpPr/>
            <p:nvPr/>
          </p:nvSpPr>
          <p:spPr>
            <a:xfrm>
              <a:off x="1283114" y="1973001"/>
              <a:ext cx="6586124" cy="3384463"/>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4"/>
            <p:cNvSpPr/>
            <p:nvPr/>
          </p:nvSpPr>
          <p:spPr>
            <a:xfrm rot="10800000">
              <a:off x="4362524" y="5355082"/>
              <a:ext cx="407233" cy="35106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2" name="Google Shape;42;p4"/>
          <p:cNvSpPr txBox="1">
            <a:spLocks noGrp="1"/>
          </p:cNvSpPr>
          <p:nvPr>
            <p:ph type="ctrTitle"/>
          </p:nvPr>
        </p:nvSpPr>
        <p:spPr>
          <a:xfrm>
            <a:off x="6523639" y="9865334"/>
            <a:ext cx="30856536" cy="8691053"/>
          </a:xfrm>
          <a:prstGeom prst="rect">
            <a:avLst/>
          </a:prstGeom>
          <a:noFill/>
          <a:ln>
            <a:noFill/>
          </a:ln>
        </p:spPr>
        <p:txBody>
          <a:bodyPr spcFirstLastPara="1" wrap="square" lIns="228600" tIns="228600" rIns="228600" bIns="0" anchor="b" anchorCtr="0">
            <a:normAutofit/>
          </a:bodyPr>
          <a:lstStyle>
            <a:lvl1pPr lvl="0" algn="ctr">
              <a:lnSpc>
                <a:spcPct val="80000"/>
              </a:lnSpc>
              <a:spcBef>
                <a:spcPts val="0"/>
              </a:spcBef>
              <a:spcAft>
                <a:spcPts val="0"/>
              </a:spcAft>
              <a:buClr>
                <a:srgbClr val="FFFEFF"/>
              </a:buClr>
              <a:buSzPts val="23040"/>
              <a:buFont typeface="Calibri"/>
              <a:buNone/>
              <a:defRPr sz="23040">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4"/>
          <p:cNvSpPr txBox="1">
            <a:spLocks noGrp="1"/>
          </p:cNvSpPr>
          <p:nvPr>
            <p:ph type="subTitle" idx="1"/>
          </p:nvPr>
        </p:nvSpPr>
        <p:spPr>
          <a:xfrm>
            <a:off x="6523639" y="18919162"/>
            <a:ext cx="30856536" cy="6403776"/>
          </a:xfrm>
          <a:prstGeom prst="rect">
            <a:avLst/>
          </a:prstGeom>
          <a:noFill/>
          <a:ln>
            <a:noFill/>
          </a:ln>
        </p:spPr>
        <p:txBody>
          <a:bodyPr spcFirstLastPara="1" wrap="square" lIns="91425" tIns="0" rIns="91425" bIns="45700" anchor="t" anchorCtr="0">
            <a:normAutofit/>
          </a:bodyPr>
          <a:lstStyle>
            <a:lvl1pPr lvl="0" algn="ctr">
              <a:lnSpc>
                <a:spcPct val="100000"/>
              </a:lnSpc>
              <a:spcBef>
                <a:spcPts val="3600"/>
              </a:spcBef>
              <a:spcAft>
                <a:spcPts val="0"/>
              </a:spcAft>
              <a:buSzPts val="9504"/>
              <a:buNone/>
              <a:defRPr sz="8640" b="0">
                <a:solidFill>
                  <a:srgbClr val="FFFEFF"/>
                </a:solidFill>
              </a:defRPr>
            </a:lvl1pPr>
            <a:lvl2pPr lvl="1" algn="ctr">
              <a:lnSpc>
                <a:spcPct val="120000"/>
              </a:lnSpc>
              <a:spcBef>
                <a:spcPts val="1800"/>
              </a:spcBef>
              <a:spcAft>
                <a:spcPts val="0"/>
              </a:spcAft>
              <a:buSzPts val="7920"/>
              <a:buNone/>
              <a:defRPr sz="7200"/>
            </a:lvl2pPr>
            <a:lvl3pPr lvl="2" algn="ctr">
              <a:lnSpc>
                <a:spcPct val="120000"/>
              </a:lnSpc>
              <a:spcBef>
                <a:spcPts val="1800"/>
              </a:spcBef>
              <a:spcAft>
                <a:spcPts val="0"/>
              </a:spcAft>
              <a:buSzPts val="7128"/>
              <a:buNone/>
              <a:defRPr sz="6480"/>
            </a:lvl3pPr>
            <a:lvl4pPr lvl="3" algn="ctr">
              <a:lnSpc>
                <a:spcPct val="120000"/>
              </a:lnSpc>
              <a:spcBef>
                <a:spcPts val="1800"/>
              </a:spcBef>
              <a:spcAft>
                <a:spcPts val="0"/>
              </a:spcAft>
              <a:buSzPts val="6336"/>
              <a:buNone/>
              <a:defRPr sz="5760"/>
            </a:lvl4pPr>
            <a:lvl5pPr lvl="4" algn="ctr">
              <a:lnSpc>
                <a:spcPct val="120000"/>
              </a:lnSpc>
              <a:spcBef>
                <a:spcPts val="1800"/>
              </a:spcBef>
              <a:spcAft>
                <a:spcPts val="0"/>
              </a:spcAft>
              <a:buSzPts val="6336"/>
              <a:buNone/>
              <a:defRPr sz="5760"/>
            </a:lvl5pPr>
            <a:lvl6pPr lvl="5" algn="ctr">
              <a:lnSpc>
                <a:spcPct val="120000"/>
              </a:lnSpc>
              <a:spcBef>
                <a:spcPts val="1800"/>
              </a:spcBef>
              <a:spcAft>
                <a:spcPts val="0"/>
              </a:spcAft>
              <a:buSzPts val="6336"/>
              <a:buNone/>
              <a:defRPr sz="5760"/>
            </a:lvl6pPr>
            <a:lvl7pPr lvl="6" algn="ctr">
              <a:lnSpc>
                <a:spcPct val="120000"/>
              </a:lnSpc>
              <a:spcBef>
                <a:spcPts val="1800"/>
              </a:spcBef>
              <a:spcAft>
                <a:spcPts val="0"/>
              </a:spcAft>
              <a:buSzPts val="6336"/>
              <a:buNone/>
              <a:defRPr sz="5760"/>
            </a:lvl7pPr>
            <a:lvl8pPr lvl="7" algn="ctr">
              <a:lnSpc>
                <a:spcPct val="120000"/>
              </a:lnSpc>
              <a:spcBef>
                <a:spcPts val="1800"/>
              </a:spcBef>
              <a:spcAft>
                <a:spcPts val="0"/>
              </a:spcAft>
              <a:buSzPts val="6336"/>
              <a:buNone/>
              <a:defRPr sz="5760"/>
            </a:lvl8pPr>
            <a:lvl9pPr lvl="8" algn="ctr">
              <a:lnSpc>
                <a:spcPct val="120000"/>
              </a:lnSpc>
              <a:spcBef>
                <a:spcPts val="1800"/>
              </a:spcBef>
              <a:spcAft>
                <a:spcPts val="0"/>
              </a:spcAft>
              <a:buSzPts val="6336"/>
              <a:buNone/>
              <a:defRPr sz="5760"/>
            </a:lvl9pPr>
          </a:lstStyle>
          <a:p>
            <a:endParaRPr/>
          </a:p>
        </p:txBody>
      </p:sp>
      <p:sp>
        <p:nvSpPr>
          <p:cNvPr id="44" name="Google Shape;44;p4"/>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7"/>
        <p:cNvGrpSpPr/>
        <p:nvPr/>
      </p:nvGrpSpPr>
      <p:grpSpPr>
        <a:xfrm>
          <a:off x="0" y="0"/>
          <a:ext cx="0" cy="0"/>
          <a:chOff x="0" y="0"/>
          <a:chExt cx="0" cy="0"/>
        </a:xfrm>
      </p:grpSpPr>
      <p:grpSp>
        <p:nvGrpSpPr>
          <p:cNvPr id="48" name="Google Shape;48;p5"/>
          <p:cNvGrpSpPr/>
          <p:nvPr/>
        </p:nvGrpSpPr>
        <p:grpSpPr>
          <a:xfrm>
            <a:off x="-1373882" y="2"/>
            <a:ext cx="45224443" cy="32918405"/>
            <a:chOff x="1243013" y="0"/>
            <a:chExt cx="9402763" cy="6858001"/>
          </a:xfrm>
        </p:grpSpPr>
        <p:sp>
          <p:nvSpPr>
            <p:cNvPr id="49" name="Google Shape;49;p5"/>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5"/>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5"/>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5"/>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5"/>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5"/>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5"/>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5"/>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5"/>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5"/>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5"/>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5"/>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5"/>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5"/>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5"/>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5"/>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5"/>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5"/>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5"/>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5"/>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9" name="Google Shape;69;p5"/>
          <p:cNvGrpSpPr/>
          <p:nvPr/>
        </p:nvGrpSpPr>
        <p:grpSpPr>
          <a:xfrm>
            <a:off x="3072384" y="8158029"/>
            <a:ext cx="15775450" cy="16658021"/>
            <a:chOff x="640080" y="1699589"/>
            <a:chExt cx="3286552" cy="3470421"/>
          </a:xfrm>
        </p:grpSpPr>
        <p:sp>
          <p:nvSpPr>
            <p:cNvPr id="70" name="Google Shape;70;p5"/>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5"/>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5"/>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5"/>
          <p:cNvSpPr txBox="1">
            <a:spLocks noGrp="1"/>
          </p:cNvSpPr>
          <p:nvPr>
            <p:ph type="title"/>
          </p:nvPr>
        </p:nvSpPr>
        <p:spPr>
          <a:xfrm>
            <a:off x="3482659" y="11279635"/>
            <a:ext cx="14937830" cy="11831770"/>
          </a:xfrm>
          <a:prstGeom prst="rect">
            <a:avLst/>
          </a:prstGeom>
          <a:noFill/>
          <a:ln>
            <a:noFill/>
          </a:ln>
        </p:spPr>
        <p:txBody>
          <a:bodyPr spcFirstLastPara="1" wrap="square" lIns="228600" tIns="228600" rIns="228600" bIns="228600" anchor="ctr" anchorCtr="0">
            <a:normAutofit/>
          </a:bodyPr>
          <a:lstStyle>
            <a:lvl1pPr lvl="0" algn="ctr">
              <a:lnSpc>
                <a:spcPct val="85000"/>
              </a:lnSpc>
              <a:spcBef>
                <a:spcPts val="0"/>
              </a:spcBef>
              <a:spcAft>
                <a:spcPts val="0"/>
              </a:spcAft>
              <a:buClr>
                <a:srgbClr val="FFFEFF"/>
              </a:buClr>
              <a:buSzPts val="15360"/>
              <a:buFont typeface="Calibri"/>
              <a:buNone/>
              <a:defRPr>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5"/>
          <p:cNvSpPr txBox="1">
            <a:spLocks noGrp="1"/>
          </p:cNvSpPr>
          <p:nvPr>
            <p:ph type="body" idx="1"/>
          </p:nvPr>
        </p:nvSpPr>
        <p:spPr>
          <a:xfrm>
            <a:off x="21195298" y="3855293"/>
            <a:ext cx="19638768" cy="25193386"/>
          </a:xfrm>
          <a:prstGeom prst="rect">
            <a:avLst/>
          </a:prstGeom>
          <a:noFill/>
          <a:ln>
            <a:noFill/>
          </a:ln>
        </p:spPr>
        <p:txBody>
          <a:bodyPr spcFirstLastPara="1" wrap="square" lIns="91425" tIns="45700" rIns="91425" bIns="45700" anchor="ctr"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75" name="Google Shape;75;p5"/>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5"/>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5"/>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8"/>
        <p:cNvGrpSpPr/>
        <p:nvPr/>
      </p:nvGrpSpPr>
      <p:grpSpPr>
        <a:xfrm>
          <a:off x="0" y="0"/>
          <a:ext cx="0" cy="0"/>
          <a:chOff x="0" y="0"/>
          <a:chExt cx="0" cy="0"/>
        </a:xfrm>
      </p:grpSpPr>
      <p:grpSp>
        <p:nvGrpSpPr>
          <p:cNvPr id="79" name="Google Shape;79;p6"/>
          <p:cNvGrpSpPr/>
          <p:nvPr/>
        </p:nvGrpSpPr>
        <p:grpSpPr>
          <a:xfrm>
            <a:off x="3" y="0"/>
            <a:ext cx="45864782" cy="32895542"/>
            <a:chOff x="1524000" y="0"/>
            <a:chExt cx="9555163" cy="6853238"/>
          </a:xfrm>
        </p:grpSpPr>
        <p:sp>
          <p:nvSpPr>
            <p:cNvPr id="80" name="Google Shape;80;p6"/>
            <p:cNvSpPr/>
            <p:nvPr/>
          </p:nvSpPr>
          <p:spPr>
            <a:xfrm>
              <a:off x="1524000" y="1331913"/>
              <a:ext cx="7837488" cy="5521325"/>
            </a:xfrm>
            <a:custGeom>
              <a:avLst/>
              <a:gdLst/>
              <a:ahLst/>
              <a:cxnLst/>
              <a:rect l="l" t="t" r="r" b="b"/>
              <a:pathLst>
                <a:path w="1648" h="1161" extrusionOk="0">
                  <a:moveTo>
                    <a:pt x="1362" y="1161"/>
                  </a:moveTo>
                  <a:cubicBezTo>
                    <a:pt x="1648" y="920"/>
                    <a:pt x="1283" y="505"/>
                    <a:pt x="1097" y="326"/>
                  </a:cubicBezTo>
                  <a:cubicBezTo>
                    <a:pt x="926" y="162"/>
                    <a:pt x="709" y="35"/>
                    <a:pt x="470" y="14"/>
                  </a:cubicBezTo>
                  <a:cubicBezTo>
                    <a:pt x="315" y="0"/>
                    <a:pt x="142" y="49"/>
                    <a:pt x="0" y="138"/>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6"/>
            <p:cNvSpPr/>
            <p:nvPr/>
          </p:nvSpPr>
          <p:spPr>
            <a:xfrm>
              <a:off x="1524000" y="5564188"/>
              <a:ext cx="1412875" cy="1284288"/>
            </a:xfrm>
            <a:custGeom>
              <a:avLst/>
              <a:gdLst/>
              <a:ahLst/>
              <a:cxnLst/>
              <a:rect l="l" t="t" r="r" b="b"/>
              <a:pathLst>
                <a:path w="297" h="270" extrusionOk="0">
                  <a:moveTo>
                    <a:pt x="0" y="0"/>
                  </a:moveTo>
                  <a:cubicBezTo>
                    <a:pt x="73" y="119"/>
                    <a:pt x="186" y="220"/>
                    <a:pt x="297" y="27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6"/>
            <p:cNvSpPr/>
            <p:nvPr/>
          </p:nvSpPr>
          <p:spPr>
            <a:xfrm>
              <a:off x="1524000" y="2030413"/>
              <a:ext cx="6510338" cy="4813300"/>
            </a:xfrm>
            <a:custGeom>
              <a:avLst/>
              <a:gdLst/>
              <a:ahLst/>
              <a:cxnLst/>
              <a:rect l="l" t="t" r="r" b="b"/>
              <a:pathLst>
                <a:path w="1369" h="1012" extrusionOk="0">
                  <a:moveTo>
                    <a:pt x="845" y="1012"/>
                  </a:moveTo>
                  <a:cubicBezTo>
                    <a:pt x="1043" y="967"/>
                    <a:pt x="1369" y="853"/>
                    <a:pt x="1263" y="588"/>
                  </a:cubicBezTo>
                  <a:cubicBezTo>
                    <a:pt x="1164" y="340"/>
                    <a:pt x="861" y="107"/>
                    <a:pt x="602" y="49"/>
                  </a:cubicBezTo>
                  <a:cubicBezTo>
                    <a:pt x="383" y="0"/>
                    <a:pt x="135" y="97"/>
                    <a:pt x="0" y="28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6"/>
            <p:cNvSpPr/>
            <p:nvPr/>
          </p:nvSpPr>
          <p:spPr>
            <a:xfrm>
              <a:off x="1528763" y="6207125"/>
              <a:ext cx="717550" cy="646113"/>
            </a:xfrm>
            <a:custGeom>
              <a:avLst/>
              <a:gdLst/>
              <a:ahLst/>
              <a:cxnLst/>
              <a:rect l="l" t="t" r="r" b="b"/>
              <a:pathLst>
                <a:path w="151" h="136" extrusionOk="0">
                  <a:moveTo>
                    <a:pt x="0" y="0"/>
                  </a:moveTo>
                  <a:cubicBezTo>
                    <a:pt x="45" y="52"/>
                    <a:pt x="97" y="99"/>
                    <a:pt x="151" y="136"/>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6"/>
            <p:cNvSpPr/>
            <p:nvPr/>
          </p:nvSpPr>
          <p:spPr>
            <a:xfrm>
              <a:off x="1524000" y="1806575"/>
              <a:ext cx="6753225" cy="5046663"/>
            </a:xfrm>
            <a:custGeom>
              <a:avLst/>
              <a:gdLst/>
              <a:ahLst/>
              <a:cxnLst/>
              <a:rect l="l" t="t" r="r" b="b"/>
              <a:pathLst>
                <a:path w="1420" h="1061" extrusionOk="0">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6"/>
            <p:cNvSpPr/>
            <p:nvPr/>
          </p:nvSpPr>
          <p:spPr>
            <a:xfrm>
              <a:off x="1524000" y="669925"/>
              <a:ext cx="8797925" cy="6183313"/>
            </a:xfrm>
            <a:custGeom>
              <a:avLst/>
              <a:gdLst/>
              <a:ahLst/>
              <a:cxnLst/>
              <a:rect l="l" t="t" r="r" b="b"/>
              <a:pathLst>
                <a:path w="1850" h="1300" extrusionOk="0">
                  <a:moveTo>
                    <a:pt x="1552" y="1300"/>
                  </a:moveTo>
                  <a:cubicBezTo>
                    <a:pt x="1850" y="1019"/>
                    <a:pt x="1504" y="652"/>
                    <a:pt x="1288" y="447"/>
                  </a:cubicBezTo>
                  <a:cubicBezTo>
                    <a:pt x="1085" y="255"/>
                    <a:pt x="838" y="90"/>
                    <a:pt x="559" y="37"/>
                  </a:cubicBezTo>
                  <a:cubicBezTo>
                    <a:pt x="364" y="0"/>
                    <a:pt x="171" y="40"/>
                    <a:pt x="0" y="131"/>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6"/>
            <p:cNvSpPr/>
            <p:nvPr/>
          </p:nvSpPr>
          <p:spPr>
            <a:xfrm>
              <a:off x="1524000" y="119063"/>
              <a:ext cx="9555163" cy="6734175"/>
            </a:xfrm>
            <a:custGeom>
              <a:avLst/>
              <a:gdLst/>
              <a:ahLst/>
              <a:cxnLst/>
              <a:rect l="l" t="t" r="r" b="b"/>
              <a:pathLst>
                <a:path w="2009" h="1416" extrusionOk="0">
                  <a:moveTo>
                    <a:pt x="1725" y="1416"/>
                  </a:moveTo>
                  <a:cubicBezTo>
                    <a:pt x="2009" y="1117"/>
                    <a:pt x="1728" y="785"/>
                    <a:pt x="1492" y="565"/>
                  </a:cubicBezTo>
                  <a:cubicBezTo>
                    <a:pt x="1248" y="339"/>
                    <a:pt x="961" y="143"/>
                    <a:pt x="635" y="61"/>
                  </a:cubicBezTo>
                  <a:cubicBezTo>
                    <a:pt x="392" y="0"/>
                    <a:pt x="190" y="18"/>
                    <a:pt x="0" y="10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6"/>
            <p:cNvSpPr/>
            <p:nvPr/>
          </p:nvSpPr>
          <p:spPr>
            <a:xfrm>
              <a:off x="5419725" y="4763"/>
              <a:ext cx="5216525" cy="5368925"/>
            </a:xfrm>
            <a:custGeom>
              <a:avLst/>
              <a:gdLst/>
              <a:ahLst/>
              <a:cxnLst/>
              <a:rect l="l" t="t" r="r" b="b"/>
              <a:pathLst>
                <a:path w="1097" h="1129" extrusionOk="0">
                  <a:moveTo>
                    <a:pt x="1097" y="1129"/>
                  </a:moveTo>
                  <a:cubicBezTo>
                    <a:pt x="1031" y="909"/>
                    <a:pt x="843" y="701"/>
                    <a:pt x="709" y="551"/>
                  </a:cubicBezTo>
                  <a:cubicBezTo>
                    <a:pt x="509" y="327"/>
                    <a:pt x="274" y="127"/>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6"/>
            <p:cNvSpPr/>
            <p:nvPr/>
          </p:nvSpPr>
          <p:spPr>
            <a:xfrm>
              <a:off x="5813425" y="4763"/>
              <a:ext cx="4832350" cy="4822825"/>
            </a:xfrm>
            <a:custGeom>
              <a:avLst/>
              <a:gdLst/>
              <a:ahLst/>
              <a:cxnLst/>
              <a:rect l="l" t="t" r="r" b="b"/>
              <a:pathLst>
                <a:path w="1016" h="1014" extrusionOk="0">
                  <a:moveTo>
                    <a:pt x="1016" y="1014"/>
                  </a:moveTo>
                  <a:cubicBezTo>
                    <a:pt x="934" y="849"/>
                    <a:pt x="802" y="697"/>
                    <a:pt x="698" y="577"/>
                  </a:cubicBezTo>
                  <a:cubicBezTo>
                    <a:pt x="500" y="348"/>
                    <a:pt x="270" y="141"/>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6"/>
            <p:cNvSpPr/>
            <p:nvPr/>
          </p:nvSpPr>
          <p:spPr>
            <a:xfrm>
              <a:off x="6003925" y="4763"/>
              <a:ext cx="4641850" cy="4598988"/>
            </a:xfrm>
            <a:custGeom>
              <a:avLst/>
              <a:gdLst/>
              <a:ahLst/>
              <a:cxnLst/>
              <a:rect l="l" t="t" r="r" b="b"/>
              <a:pathLst>
                <a:path w="976" h="967" extrusionOk="0">
                  <a:moveTo>
                    <a:pt x="976" y="967"/>
                  </a:moveTo>
                  <a:cubicBezTo>
                    <a:pt x="894" y="822"/>
                    <a:pt x="779" y="689"/>
                    <a:pt x="686" y="580"/>
                  </a:cubicBezTo>
                  <a:cubicBezTo>
                    <a:pt x="491" y="352"/>
                    <a:pt x="264" y="145"/>
                    <a:pt x="0" y="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6"/>
            <p:cNvSpPr/>
            <p:nvPr/>
          </p:nvSpPr>
          <p:spPr>
            <a:xfrm>
              <a:off x="6203950" y="0"/>
              <a:ext cx="4441825" cy="4237038"/>
            </a:xfrm>
            <a:custGeom>
              <a:avLst/>
              <a:gdLst/>
              <a:ahLst/>
              <a:cxnLst/>
              <a:rect l="l" t="t" r="r" b="b"/>
              <a:pathLst>
                <a:path w="934" h="891" extrusionOk="0">
                  <a:moveTo>
                    <a:pt x="934" y="891"/>
                  </a:moveTo>
                  <a:cubicBezTo>
                    <a:pt x="863" y="783"/>
                    <a:pt x="778" y="684"/>
                    <a:pt x="705" y="599"/>
                  </a:cubicBezTo>
                  <a:cubicBezTo>
                    <a:pt x="503" y="365"/>
                    <a:pt x="270" y="152"/>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6"/>
            <p:cNvSpPr/>
            <p:nvPr/>
          </p:nvSpPr>
          <p:spPr>
            <a:xfrm>
              <a:off x="6456363" y="4763"/>
              <a:ext cx="4179888" cy="3986213"/>
            </a:xfrm>
            <a:custGeom>
              <a:avLst/>
              <a:gdLst/>
              <a:ahLst/>
              <a:cxnLst/>
              <a:rect l="l" t="t" r="r" b="b"/>
              <a:pathLst>
                <a:path w="879" h="838" extrusionOk="0">
                  <a:moveTo>
                    <a:pt x="879" y="838"/>
                  </a:moveTo>
                  <a:cubicBezTo>
                    <a:pt x="821" y="755"/>
                    <a:pt x="756" y="679"/>
                    <a:pt x="698" y="611"/>
                  </a:cubicBezTo>
                  <a:cubicBezTo>
                    <a:pt x="498" y="375"/>
                    <a:pt x="268" y="15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6"/>
            <p:cNvSpPr/>
            <p:nvPr/>
          </p:nvSpPr>
          <p:spPr>
            <a:xfrm>
              <a:off x="6869113" y="4763"/>
              <a:ext cx="3776663" cy="3838575"/>
            </a:xfrm>
            <a:custGeom>
              <a:avLst/>
              <a:gdLst/>
              <a:ahLst/>
              <a:cxnLst/>
              <a:rect l="l" t="t" r="r" b="b"/>
              <a:pathLst>
                <a:path w="794" h="807" extrusionOk="0">
                  <a:moveTo>
                    <a:pt x="794" y="807"/>
                  </a:moveTo>
                  <a:cubicBezTo>
                    <a:pt x="745" y="739"/>
                    <a:pt x="695" y="676"/>
                    <a:pt x="648" y="617"/>
                  </a:cubicBezTo>
                  <a:cubicBezTo>
                    <a:pt x="462" y="383"/>
                    <a:pt x="248" y="16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6"/>
            <p:cNvSpPr/>
            <p:nvPr/>
          </p:nvSpPr>
          <p:spPr>
            <a:xfrm>
              <a:off x="8758238" y="4763"/>
              <a:ext cx="1887538" cy="1355725"/>
            </a:xfrm>
            <a:custGeom>
              <a:avLst/>
              <a:gdLst/>
              <a:ahLst/>
              <a:cxnLst/>
              <a:rect l="l" t="t" r="r" b="b"/>
              <a:pathLst>
                <a:path w="397" h="285" extrusionOk="0">
                  <a:moveTo>
                    <a:pt x="397" y="285"/>
                  </a:moveTo>
                  <a:cubicBezTo>
                    <a:pt x="270" y="182"/>
                    <a:pt x="138" y="86"/>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6"/>
            <p:cNvSpPr/>
            <p:nvPr/>
          </p:nvSpPr>
          <p:spPr>
            <a:xfrm>
              <a:off x="9223375" y="9525"/>
              <a:ext cx="1422400" cy="1108075"/>
            </a:xfrm>
            <a:custGeom>
              <a:avLst/>
              <a:gdLst/>
              <a:ahLst/>
              <a:cxnLst/>
              <a:rect l="l" t="t" r="r" b="b"/>
              <a:pathLst>
                <a:path w="299" h="233" extrusionOk="0">
                  <a:moveTo>
                    <a:pt x="299" y="233"/>
                  </a:moveTo>
                  <a:cubicBezTo>
                    <a:pt x="197" y="145"/>
                    <a:pt x="97" y="6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6"/>
            <p:cNvSpPr/>
            <p:nvPr/>
          </p:nvSpPr>
          <p:spPr>
            <a:xfrm>
              <a:off x="10009188" y="4763"/>
              <a:ext cx="636588" cy="361950"/>
            </a:xfrm>
            <a:custGeom>
              <a:avLst/>
              <a:gdLst/>
              <a:ahLst/>
              <a:cxnLst/>
              <a:rect l="l" t="t" r="r" b="b"/>
              <a:pathLst>
                <a:path w="134" h="76" extrusionOk="0">
                  <a:moveTo>
                    <a:pt x="0" y="0"/>
                  </a:moveTo>
                  <a:cubicBezTo>
                    <a:pt x="45" y="25"/>
                    <a:pt x="89" y="50"/>
                    <a:pt x="134" y="76"/>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6" name="Google Shape;96;p6"/>
          <p:cNvGrpSpPr/>
          <p:nvPr/>
        </p:nvGrpSpPr>
        <p:grpSpPr>
          <a:xfrm>
            <a:off x="11536685" y="5562730"/>
            <a:ext cx="20724883" cy="21781517"/>
            <a:chOff x="2403476" y="1158902"/>
            <a:chExt cx="4317684" cy="4537816"/>
          </a:xfrm>
        </p:grpSpPr>
        <p:sp>
          <p:nvSpPr>
            <p:cNvPr id="97" name="Google Shape;97;p6"/>
            <p:cNvSpPr/>
            <p:nvPr/>
          </p:nvSpPr>
          <p:spPr>
            <a:xfrm>
              <a:off x="2403476" y="1158902"/>
              <a:ext cx="4317684" cy="7315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6"/>
            <p:cNvSpPr/>
            <p:nvPr/>
          </p:nvSpPr>
          <p:spPr>
            <a:xfrm>
              <a:off x="2403476" y="1963574"/>
              <a:ext cx="4317684" cy="3384463"/>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6"/>
            <p:cNvSpPr/>
            <p:nvPr/>
          </p:nvSpPr>
          <p:spPr>
            <a:xfrm rot="10800000">
              <a:off x="4358702" y="5345655"/>
              <a:ext cx="407233" cy="35106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0" name="Google Shape;100;p6"/>
          <p:cNvSpPr txBox="1">
            <a:spLocks noGrp="1"/>
          </p:cNvSpPr>
          <p:nvPr>
            <p:ph type="title"/>
          </p:nvPr>
        </p:nvSpPr>
        <p:spPr>
          <a:xfrm>
            <a:off x="11899910" y="9738370"/>
            <a:ext cx="19982170" cy="8315875"/>
          </a:xfrm>
          <a:prstGeom prst="rect">
            <a:avLst/>
          </a:prstGeom>
          <a:noFill/>
          <a:ln>
            <a:noFill/>
          </a:ln>
        </p:spPr>
        <p:txBody>
          <a:bodyPr spcFirstLastPara="1" wrap="square" lIns="228600" tIns="228600" rIns="228600" bIns="0" anchor="b" anchorCtr="0">
            <a:normAutofit/>
          </a:bodyPr>
          <a:lstStyle>
            <a:lvl1pPr lvl="0" algn="ctr">
              <a:lnSpc>
                <a:spcPct val="85000"/>
              </a:lnSpc>
              <a:spcBef>
                <a:spcPts val="0"/>
              </a:spcBef>
              <a:spcAft>
                <a:spcPts val="0"/>
              </a:spcAft>
              <a:buClr>
                <a:srgbClr val="FFFEFF"/>
              </a:buClr>
              <a:buSzPts val="17280"/>
              <a:buFont typeface="Calibri"/>
              <a:buNone/>
              <a:defRPr sz="17280">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6"/>
          <p:cNvSpPr txBox="1">
            <a:spLocks noGrp="1"/>
          </p:cNvSpPr>
          <p:nvPr>
            <p:ph type="body" idx="1"/>
          </p:nvPr>
        </p:nvSpPr>
        <p:spPr>
          <a:xfrm>
            <a:off x="11899910" y="18448025"/>
            <a:ext cx="19982170" cy="6845266"/>
          </a:xfrm>
          <a:prstGeom prst="rect">
            <a:avLst/>
          </a:prstGeom>
          <a:noFill/>
          <a:ln>
            <a:noFill/>
          </a:ln>
        </p:spPr>
        <p:txBody>
          <a:bodyPr spcFirstLastPara="1" wrap="square" lIns="91425" tIns="0" rIns="91425" bIns="45700" anchor="t" anchorCtr="0">
            <a:normAutofit/>
          </a:bodyPr>
          <a:lstStyle>
            <a:lvl1pPr marL="457200" lvl="0" indent="-228600" algn="ctr">
              <a:lnSpc>
                <a:spcPct val="120000"/>
              </a:lnSpc>
              <a:spcBef>
                <a:spcPts val="3600"/>
              </a:spcBef>
              <a:spcAft>
                <a:spcPts val="0"/>
              </a:spcAft>
              <a:buSzPts val="8448"/>
              <a:buNone/>
              <a:defRPr sz="7680">
                <a:solidFill>
                  <a:srgbClr val="FFFEFF"/>
                </a:solidFill>
              </a:defRPr>
            </a:lvl1pPr>
            <a:lvl2pPr marL="914400" lvl="1" indent="-228600" algn="l">
              <a:lnSpc>
                <a:spcPct val="120000"/>
              </a:lnSpc>
              <a:spcBef>
                <a:spcPts val="1800"/>
              </a:spcBef>
              <a:spcAft>
                <a:spcPts val="0"/>
              </a:spcAft>
              <a:buSzPts val="7920"/>
              <a:buNone/>
              <a:defRPr sz="7200">
                <a:solidFill>
                  <a:srgbClr val="888888"/>
                </a:solidFill>
              </a:defRPr>
            </a:lvl2pPr>
            <a:lvl3pPr marL="1371600" lvl="2" indent="-228600" algn="l">
              <a:lnSpc>
                <a:spcPct val="120000"/>
              </a:lnSpc>
              <a:spcBef>
                <a:spcPts val="1800"/>
              </a:spcBef>
              <a:spcAft>
                <a:spcPts val="0"/>
              </a:spcAft>
              <a:buSzPts val="7128"/>
              <a:buNone/>
              <a:defRPr sz="6480">
                <a:solidFill>
                  <a:srgbClr val="888888"/>
                </a:solidFill>
              </a:defRPr>
            </a:lvl3pPr>
            <a:lvl4pPr marL="1828800" lvl="3" indent="-228600" algn="l">
              <a:lnSpc>
                <a:spcPct val="120000"/>
              </a:lnSpc>
              <a:spcBef>
                <a:spcPts val="1800"/>
              </a:spcBef>
              <a:spcAft>
                <a:spcPts val="0"/>
              </a:spcAft>
              <a:buSzPts val="6336"/>
              <a:buNone/>
              <a:defRPr sz="5760">
                <a:solidFill>
                  <a:srgbClr val="888888"/>
                </a:solidFill>
              </a:defRPr>
            </a:lvl4pPr>
            <a:lvl5pPr marL="2286000" lvl="4" indent="-228600" algn="l">
              <a:lnSpc>
                <a:spcPct val="120000"/>
              </a:lnSpc>
              <a:spcBef>
                <a:spcPts val="1800"/>
              </a:spcBef>
              <a:spcAft>
                <a:spcPts val="0"/>
              </a:spcAft>
              <a:buSzPts val="6336"/>
              <a:buNone/>
              <a:defRPr sz="5760">
                <a:solidFill>
                  <a:srgbClr val="888888"/>
                </a:solidFill>
              </a:defRPr>
            </a:lvl5pPr>
            <a:lvl6pPr marL="2743200" lvl="5" indent="-228600" algn="l">
              <a:lnSpc>
                <a:spcPct val="120000"/>
              </a:lnSpc>
              <a:spcBef>
                <a:spcPts val="1800"/>
              </a:spcBef>
              <a:spcAft>
                <a:spcPts val="0"/>
              </a:spcAft>
              <a:buSzPts val="6336"/>
              <a:buNone/>
              <a:defRPr sz="5760">
                <a:solidFill>
                  <a:srgbClr val="888888"/>
                </a:solidFill>
              </a:defRPr>
            </a:lvl6pPr>
            <a:lvl7pPr marL="3200400" lvl="6" indent="-228600" algn="l">
              <a:lnSpc>
                <a:spcPct val="120000"/>
              </a:lnSpc>
              <a:spcBef>
                <a:spcPts val="1800"/>
              </a:spcBef>
              <a:spcAft>
                <a:spcPts val="0"/>
              </a:spcAft>
              <a:buSzPts val="6336"/>
              <a:buNone/>
              <a:defRPr sz="5760">
                <a:solidFill>
                  <a:srgbClr val="888888"/>
                </a:solidFill>
              </a:defRPr>
            </a:lvl7pPr>
            <a:lvl8pPr marL="3657600" lvl="7" indent="-228600" algn="l">
              <a:lnSpc>
                <a:spcPct val="120000"/>
              </a:lnSpc>
              <a:spcBef>
                <a:spcPts val="1800"/>
              </a:spcBef>
              <a:spcAft>
                <a:spcPts val="0"/>
              </a:spcAft>
              <a:buSzPts val="6336"/>
              <a:buNone/>
              <a:defRPr sz="5760">
                <a:solidFill>
                  <a:srgbClr val="888888"/>
                </a:solidFill>
              </a:defRPr>
            </a:lvl8pPr>
            <a:lvl9pPr marL="4114800" lvl="8" indent="-228600" algn="l">
              <a:lnSpc>
                <a:spcPct val="120000"/>
              </a:lnSpc>
              <a:spcBef>
                <a:spcPts val="1800"/>
              </a:spcBef>
              <a:spcAft>
                <a:spcPts val="0"/>
              </a:spcAft>
              <a:buSzPts val="6336"/>
              <a:buNone/>
              <a:defRPr sz="5760">
                <a:solidFill>
                  <a:srgbClr val="888888"/>
                </a:solidFill>
              </a:defRPr>
            </a:lvl9pPr>
          </a:lstStyle>
          <a:p>
            <a:endParaRPr/>
          </a:p>
        </p:txBody>
      </p:sp>
      <p:sp>
        <p:nvSpPr>
          <p:cNvPr id="102" name="Google Shape;102;p6"/>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6"/>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6"/>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5"/>
        <p:cNvGrpSpPr/>
        <p:nvPr/>
      </p:nvGrpSpPr>
      <p:grpSpPr>
        <a:xfrm>
          <a:off x="0" y="0"/>
          <a:ext cx="0" cy="0"/>
          <a:chOff x="0" y="0"/>
          <a:chExt cx="0" cy="0"/>
        </a:xfrm>
      </p:grpSpPr>
      <p:grpSp>
        <p:nvGrpSpPr>
          <p:cNvPr id="106" name="Google Shape;106;p7"/>
          <p:cNvGrpSpPr/>
          <p:nvPr/>
        </p:nvGrpSpPr>
        <p:grpSpPr>
          <a:xfrm>
            <a:off x="-1373882" y="2"/>
            <a:ext cx="45224443" cy="32918405"/>
            <a:chOff x="1243013" y="0"/>
            <a:chExt cx="9402763" cy="6858001"/>
          </a:xfrm>
        </p:grpSpPr>
        <p:sp>
          <p:nvSpPr>
            <p:cNvPr id="107" name="Google Shape;107;p7"/>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7"/>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7"/>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7"/>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7"/>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7"/>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7"/>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7"/>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7"/>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7"/>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7"/>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7"/>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7"/>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7"/>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7"/>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7"/>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7"/>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7"/>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7"/>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7"/>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7" name="Google Shape;127;p7"/>
          <p:cNvGrpSpPr/>
          <p:nvPr/>
        </p:nvGrpSpPr>
        <p:grpSpPr>
          <a:xfrm>
            <a:off x="3072384" y="8158029"/>
            <a:ext cx="15775450" cy="16658021"/>
            <a:chOff x="640080" y="1699589"/>
            <a:chExt cx="3286552" cy="3470421"/>
          </a:xfrm>
        </p:grpSpPr>
        <p:sp>
          <p:nvSpPr>
            <p:cNvPr id="128" name="Google Shape;128;p7"/>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7"/>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7"/>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1" name="Google Shape;131;p7"/>
          <p:cNvSpPr txBox="1">
            <a:spLocks noGrp="1"/>
          </p:cNvSpPr>
          <p:nvPr>
            <p:ph type="title"/>
          </p:nvPr>
        </p:nvSpPr>
        <p:spPr>
          <a:xfrm>
            <a:off x="3455772" y="11304327"/>
            <a:ext cx="14986382" cy="11807078"/>
          </a:xfrm>
          <a:prstGeom prst="rect">
            <a:avLst/>
          </a:prstGeom>
          <a:noFill/>
          <a:ln>
            <a:noFill/>
          </a:ln>
        </p:spPr>
        <p:txBody>
          <a:bodyPr spcFirstLastPara="1" wrap="square" lIns="91425" tIns="91425" rIns="91425" bIns="91425" anchor="ctr" anchorCtr="0">
            <a:normAutofit/>
          </a:bodyPr>
          <a:lstStyle>
            <a:lvl1pPr lvl="0" algn="ctr">
              <a:lnSpc>
                <a:spcPct val="85000"/>
              </a:lnSpc>
              <a:spcBef>
                <a:spcPts val="0"/>
              </a:spcBef>
              <a:spcAft>
                <a:spcPts val="0"/>
              </a:spcAft>
              <a:buClr>
                <a:srgbClr val="FFFEFF"/>
              </a:buClr>
              <a:buSzPts val="15360"/>
              <a:buFont typeface="Calibri"/>
              <a:buNone/>
              <a:defRPr>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7"/>
          <p:cNvSpPr txBox="1">
            <a:spLocks noGrp="1"/>
          </p:cNvSpPr>
          <p:nvPr>
            <p:ph type="body" idx="1"/>
          </p:nvPr>
        </p:nvSpPr>
        <p:spPr>
          <a:xfrm>
            <a:off x="21230467" y="3859339"/>
            <a:ext cx="19640035" cy="11804842"/>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133" name="Google Shape;133;p7"/>
          <p:cNvSpPr txBox="1">
            <a:spLocks noGrp="1"/>
          </p:cNvSpPr>
          <p:nvPr>
            <p:ph type="body" idx="2"/>
          </p:nvPr>
        </p:nvSpPr>
        <p:spPr>
          <a:xfrm>
            <a:off x="21217359" y="17208499"/>
            <a:ext cx="19653139" cy="11859101"/>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134" name="Google Shape;134;p7"/>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7"/>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7"/>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37"/>
        <p:cNvGrpSpPr/>
        <p:nvPr/>
      </p:nvGrpSpPr>
      <p:grpSpPr>
        <a:xfrm>
          <a:off x="0" y="0"/>
          <a:ext cx="0" cy="0"/>
          <a:chOff x="0" y="0"/>
          <a:chExt cx="0" cy="0"/>
        </a:xfrm>
      </p:grpSpPr>
      <p:grpSp>
        <p:nvGrpSpPr>
          <p:cNvPr id="138" name="Google Shape;138;p8"/>
          <p:cNvGrpSpPr/>
          <p:nvPr/>
        </p:nvGrpSpPr>
        <p:grpSpPr>
          <a:xfrm>
            <a:off x="-1373882" y="2"/>
            <a:ext cx="45224443" cy="32918405"/>
            <a:chOff x="1243013" y="0"/>
            <a:chExt cx="9402763" cy="6858001"/>
          </a:xfrm>
        </p:grpSpPr>
        <p:sp>
          <p:nvSpPr>
            <p:cNvPr id="139" name="Google Shape;139;p8"/>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8"/>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8"/>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8"/>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8"/>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8"/>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8"/>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8"/>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8"/>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8"/>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8"/>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8"/>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8"/>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8"/>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8"/>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8"/>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8"/>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8"/>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8"/>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8"/>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9" name="Google Shape;159;p8"/>
          <p:cNvGrpSpPr/>
          <p:nvPr/>
        </p:nvGrpSpPr>
        <p:grpSpPr>
          <a:xfrm>
            <a:off x="3072384" y="8158029"/>
            <a:ext cx="15775450" cy="16658021"/>
            <a:chOff x="640080" y="1699589"/>
            <a:chExt cx="3286552" cy="3470421"/>
          </a:xfrm>
        </p:grpSpPr>
        <p:sp>
          <p:nvSpPr>
            <p:cNvPr id="160" name="Google Shape;160;p8"/>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8"/>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8"/>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3" name="Google Shape;163;p8"/>
          <p:cNvSpPr txBox="1">
            <a:spLocks noGrp="1"/>
          </p:cNvSpPr>
          <p:nvPr>
            <p:ph type="title"/>
          </p:nvPr>
        </p:nvSpPr>
        <p:spPr>
          <a:xfrm>
            <a:off x="3455772" y="11308071"/>
            <a:ext cx="14986382" cy="11803334"/>
          </a:xfrm>
          <a:prstGeom prst="rect">
            <a:avLst/>
          </a:prstGeom>
          <a:noFill/>
          <a:ln>
            <a:noFill/>
          </a:ln>
        </p:spPr>
        <p:txBody>
          <a:bodyPr spcFirstLastPara="1" wrap="square" lIns="91425" tIns="91425" rIns="91425" bIns="91425" anchor="ctr" anchorCtr="0">
            <a:normAutofit/>
          </a:bodyPr>
          <a:lstStyle>
            <a:lvl1pPr lvl="0" algn="ctr">
              <a:lnSpc>
                <a:spcPct val="85000"/>
              </a:lnSpc>
              <a:spcBef>
                <a:spcPts val="0"/>
              </a:spcBef>
              <a:spcAft>
                <a:spcPts val="0"/>
              </a:spcAft>
              <a:buClr>
                <a:srgbClr val="FFFEFF"/>
              </a:buClr>
              <a:buSzPts val="15360"/>
              <a:buFont typeface="Calibri"/>
              <a:buNone/>
              <a:defRPr>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8"/>
          <p:cNvSpPr txBox="1">
            <a:spLocks noGrp="1"/>
          </p:cNvSpPr>
          <p:nvPr>
            <p:ph type="body" idx="1"/>
          </p:nvPr>
        </p:nvSpPr>
        <p:spPr>
          <a:xfrm>
            <a:off x="22591740" y="3850560"/>
            <a:ext cx="18264590" cy="329184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3600"/>
              </a:spcBef>
              <a:spcAft>
                <a:spcPts val="0"/>
              </a:spcAft>
              <a:buSzPts val="9504"/>
              <a:buNone/>
              <a:defRPr sz="8640" b="0" cap="none">
                <a:solidFill>
                  <a:schemeClr val="accent1"/>
                </a:solidFill>
              </a:defRPr>
            </a:lvl1pPr>
            <a:lvl2pPr marL="914400" lvl="1" indent="-228600" algn="l">
              <a:lnSpc>
                <a:spcPct val="120000"/>
              </a:lnSpc>
              <a:spcBef>
                <a:spcPts val="1800"/>
              </a:spcBef>
              <a:spcAft>
                <a:spcPts val="0"/>
              </a:spcAft>
              <a:buSzPts val="7920"/>
              <a:buNone/>
              <a:defRPr sz="7200" b="1"/>
            </a:lvl2pPr>
            <a:lvl3pPr marL="1371600" lvl="2" indent="-228600" algn="l">
              <a:lnSpc>
                <a:spcPct val="120000"/>
              </a:lnSpc>
              <a:spcBef>
                <a:spcPts val="1800"/>
              </a:spcBef>
              <a:spcAft>
                <a:spcPts val="0"/>
              </a:spcAft>
              <a:buSzPts val="7128"/>
              <a:buNone/>
              <a:defRPr sz="6480" b="1"/>
            </a:lvl3pPr>
            <a:lvl4pPr marL="1828800" lvl="3" indent="-228600" algn="l">
              <a:lnSpc>
                <a:spcPct val="120000"/>
              </a:lnSpc>
              <a:spcBef>
                <a:spcPts val="1800"/>
              </a:spcBef>
              <a:spcAft>
                <a:spcPts val="0"/>
              </a:spcAft>
              <a:buSzPts val="6336"/>
              <a:buNone/>
              <a:defRPr sz="5760" b="1"/>
            </a:lvl4pPr>
            <a:lvl5pPr marL="2286000" lvl="4" indent="-228600" algn="l">
              <a:lnSpc>
                <a:spcPct val="120000"/>
              </a:lnSpc>
              <a:spcBef>
                <a:spcPts val="1800"/>
              </a:spcBef>
              <a:spcAft>
                <a:spcPts val="0"/>
              </a:spcAft>
              <a:buSzPts val="6336"/>
              <a:buNone/>
              <a:defRPr sz="5760" b="1"/>
            </a:lvl5pPr>
            <a:lvl6pPr marL="2743200" lvl="5" indent="-228600" algn="l">
              <a:lnSpc>
                <a:spcPct val="120000"/>
              </a:lnSpc>
              <a:spcBef>
                <a:spcPts val="1800"/>
              </a:spcBef>
              <a:spcAft>
                <a:spcPts val="0"/>
              </a:spcAft>
              <a:buSzPts val="6336"/>
              <a:buNone/>
              <a:defRPr sz="5760" b="1"/>
            </a:lvl6pPr>
            <a:lvl7pPr marL="3200400" lvl="6" indent="-228600" algn="l">
              <a:lnSpc>
                <a:spcPct val="120000"/>
              </a:lnSpc>
              <a:spcBef>
                <a:spcPts val="1800"/>
              </a:spcBef>
              <a:spcAft>
                <a:spcPts val="0"/>
              </a:spcAft>
              <a:buSzPts val="6336"/>
              <a:buNone/>
              <a:defRPr sz="5760" b="1"/>
            </a:lvl7pPr>
            <a:lvl8pPr marL="3657600" lvl="7" indent="-228600" algn="l">
              <a:lnSpc>
                <a:spcPct val="120000"/>
              </a:lnSpc>
              <a:spcBef>
                <a:spcPts val="1800"/>
              </a:spcBef>
              <a:spcAft>
                <a:spcPts val="0"/>
              </a:spcAft>
              <a:buSzPts val="6336"/>
              <a:buNone/>
              <a:defRPr sz="5760" b="1"/>
            </a:lvl8pPr>
            <a:lvl9pPr marL="4114800" lvl="8" indent="-228600" algn="l">
              <a:lnSpc>
                <a:spcPct val="120000"/>
              </a:lnSpc>
              <a:spcBef>
                <a:spcPts val="1800"/>
              </a:spcBef>
              <a:spcAft>
                <a:spcPts val="0"/>
              </a:spcAft>
              <a:buSzPts val="6336"/>
              <a:buNone/>
              <a:defRPr sz="5760" b="1"/>
            </a:lvl9pPr>
          </a:lstStyle>
          <a:p>
            <a:endParaRPr/>
          </a:p>
        </p:txBody>
      </p:sp>
      <p:sp>
        <p:nvSpPr>
          <p:cNvPr id="165" name="Google Shape;165;p8"/>
          <p:cNvSpPr txBox="1">
            <a:spLocks noGrp="1"/>
          </p:cNvSpPr>
          <p:nvPr>
            <p:ph type="body" idx="2"/>
          </p:nvPr>
        </p:nvSpPr>
        <p:spPr>
          <a:xfrm>
            <a:off x="22591853" y="7142395"/>
            <a:ext cx="18262435" cy="8521786"/>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166" name="Google Shape;166;p8"/>
          <p:cNvSpPr txBox="1">
            <a:spLocks noGrp="1"/>
          </p:cNvSpPr>
          <p:nvPr>
            <p:ph type="body" idx="3"/>
          </p:nvPr>
        </p:nvSpPr>
        <p:spPr>
          <a:xfrm>
            <a:off x="22536050" y="17210486"/>
            <a:ext cx="18334440" cy="329184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3600"/>
              </a:spcBef>
              <a:spcAft>
                <a:spcPts val="0"/>
              </a:spcAft>
              <a:buSzPts val="9504"/>
              <a:buNone/>
              <a:defRPr sz="8640" b="0" cap="none">
                <a:solidFill>
                  <a:schemeClr val="accent1"/>
                </a:solidFill>
              </a:defRPr>
            </a:lvl1pPr>
            <a:lvl2pPr marL="914400" lvl="1" indent="-228600" algn="l">
              <a:lnSpc>
                <a:spcPct val="120000"/>
              </a:lnSpc>
              <a:spcBef>
                <a:spcPts val="1800"/>
              </a:spcBef>
              <a:spcAft>
                <a:spcPts val="0"/>
              </a:spcAft>
              <a:buSzPts val="7920"/>
              <a:buNone/>
              <a:defRPr sz="7200" b="1"/>
            </a:lvl2pPr>
            <a:lvl3pPr marL="1371600" lvl="2" indent="-228600" algn="l">
              <a:lnSpc>
                <a:spcPct val="120000"/>
              </a:lnSpc>
              <a:spcBef>
                <a:spcPts val="1800"/>
              </a:spcBef>
              <a:spcAft>
                <a:spcPts val="0"/>
              </a:spcAft>
              <a:buSzPts val="7128"/>
              <a:buNone/>
              <a:defRPr sz="6480" b="1"/>
            </a:lvl3pPr>
            <a:lvl4pPr marL="1828800" lvl="3" indent="-228600" algn="l">
              <a:lnSpc>
                <a:spcPct val="120000"/>
              </a:lnSpc>
              <a:spcBef>
                <a:spcPts val="1800"/>
              </a:spcBef>
              <a:spcAft>
                <a:spcPts val="0"/>
              </a:spcAft>
              <a:buSzPts val="6336"/>
              <a:buNone/>
              <a:defRPr sz="5760" b="1"/>
            </a:lvl4pPr>
            <a:lvl5pPr marL="2286000" lvl="4" indent="-228600" algn="l">
              <a:lnSpc>
                <a:spcPct val="120000"/>
              </a:lnSpc>
              <a:spcBef>
                <a:spcPts val="1800"/>
              </a:spcBef>
              <a:spcAft>
                <a:spcPts val="0"/>
              </a:spcAft>
              <a:buSzPts val="6336"/>
              <a:buNone/>
              <a:defRPr sz="5760" b="1"/>
            </a:lvl5pPr>
            <a:lvl6pPr marL="2743200" lvl="5" indent="-228600" algn="l">
              <a:lnSpc>
                <a:spcPct val="120000"/>
              </a:lnSpc>
              <a:spcBef>
                <a:spcPts val="1800"/>
              </a:spcBef>
              <a:spcAft>
                <a:spcPts val="0"/>
              </a:spcAft>
              <a:buSzPts val="6336"/>
              <a:buNone/>
              <a:defRPr sz="5760" b="1"/>
            </a:lvl6pPr>
            <a:lvl7pPr marL="3200400" lvl="6" indent="-228600" algn="l">
              <a:lnSpc>
                <a:spcPct val="120000"/>
              </a:lnSpc>
              <a:spcBef>
                <a:spcPts val="1800"/>
              </a:spcBef>
              <a:spcAft>
                <a:spcPts val="0"/>
              </a:spcAft>
              <a:buSzPts val="6336"/>
              <a:buNone/>
              <a:defRPr sz="5760" b="1"/>
            </a:lvl7pPr>
            <a:lvl8pPr marL="3657600" lvl="7" indent="-228600" algn="l">
              <a:lnSpc>
                <a:spcPct val="120000"/>
              </a:lnSpc>
              <a:spcBef>
                <a:spcPts val="1800"/>
              </a:spcBef>
              <a:spcAft>
                <a:spcPts val="0"/>
              </a:spcAft>
              <a:buSzPts val="6336"/>
              <a:buNone/>
              <a:defRPr sz="5760" b="1"/>
            </a:lvl8pPr>
            <a:lvl9pPr marL="4114800" lvl="8" indent="-228600" algn="l">
              <a:lnSpc>
                <a:spcPct val="120000"/>
              </a:lnSpc>
              <a:spcBef>
                <a:spcPts val="1800"/>
              </a:spcBef>
              <a:spcAft>
                <a:spcPts val="0"/>
              </a:spcAft>
              <a:buSzPts val="6336"/>
              <a:buNone/>
              <a:defRPr sz="5760" b="1"/>
            </a:lvl9pPr>
          </a:lstStyle>
          <a:p>
            <a:endParaRPr/>
          </a:p>
        </p:txBody>
      </p:sp>
      <p:sp>
        <p:nvSpPr>
          <p:cNvPr id="167" name="Google Shape;167;p8"/>
          <p:cNvSpPr txBox="1">
            <a:spLocks noGrp="1"/>
          </p:cNvSpPr>
          <p:nvPr>
            <p:ph type="body" idx="4"/>
          </p:nvPr>
        </p:nvSpPr>
        <p:spPr>
          <a:xfrm>
            <a:off x="22536050" y="20497594"/>
            <a:ext cx="18334440" cy="8569997"/>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168" name="Google Shape;168;p8"/>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8"/>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0" name="Google Shape;170;p8"/>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1"/>
        <p:cNvGrpSpPr/>
        <p:nvPr/>
      </p:nvGrpSpPr>
      <p:grpSpPr>
        <a:xfrm>
          <a:off x="0" y="0"/>
          <a:ext cx="0" cy="0"/>
          <a:chOff x="0" y="0"/>
          <a:chExt cx="0" cy="0"/>
        </a:xfrm>
      </p:grpSpPr>
      <p:grpSp>
        <p:nvGrpSpPr>
          <p:cNvPr id="172" name="Google Shape;172;p9"/>
          <p:cNvGrpSpPr/>
          <p:nvPr/>
        </p:nvGrpSpPr>
        <p:grpSpPr>
          <a:xfrm>
            <a:off x="-1373882" y="2"/>
            <a:ext cx="45224443" cy="32918405"/>
            <a:chOff x="1243013" y="0"/>
            <a:chExt cx="9402763" cy="6858001"/>
          </a:xfrm>
        </p:grpSpPr>
        <p:sp>
          <p:nvSpPr>
            <p:cNvPr id="173" name="Google Shape;173;p9"/>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9"/>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9"/>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9"/>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9"/>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9"/>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9"/>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9"/>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9"/>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9"/>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9"/>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9"/>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9"/>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9"/>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9"/>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9"/>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9"/>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9"/>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9"/>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9"/>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3" name="Google Shape;193;p9"/>
          <p:cNvGrpSpPr/>
          <p:nvPr/>
        </p:nvGrpSpPr>
        <p:grpSpPr>
          <a:xfrm>
            <a:off x="3072384" y="8158029"/>
            <a:ext cx="15775450" cy="16658021"/>
            <a:chOff x="640080" y="1699589"/>
            <a:chExt cx="3286552" cy="3470421"/>
          </a:xfrm>
        </p:grpSpPr>
        <p:sp>
          <p:nvSpPr>
            <p:cNvPr id="194" name="Google Shape;194;p9"/>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9"/>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9"/>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7" name="Google Shape;197;p9"/>
          <p:cNvSpPr txBox="1">
            <a:spLocks noGrp="1"/>
          </p:cNvSpPr>
          <p:nvPr>
            <p:ph type="title"/>
          </p:nvPr>
        </p:nvSpPr>
        <p:spPr>
          <a:xfrm>
            <a:off x="3482661" y="11279635"/>
            <a:ext cx="14937826" cy="11831770"/>
          </a:xfrm>
          <a:prstGeom prst="rect">
            <a:avLst/>
          </a:prstGeom>
          <a:noFill/>
          <a:ln>
            <a:noFill/>
          </a:ln>
        </p:spPr>
        <p:txBody>
          <a:bodyPr spcFirstLastPara="1" wrap="square" lIns="228600" tIns="228600" rIns="228600" bIns="228600" anchor="ctr" anchorCtr="0">
            <a:normAutofit/>
          </a:bodyPr>
          <a:lstStyle>
            <a:lvl1pPr lvl="0" algn="ctr">
              <a:lnSpc>
                <a:spcPct val="85000"/>
              </a:lnSpc>
              <a:spcBef>
                <a:spcPts val="0"/>
              </a:spcBef>
              <a:spcAft>
                <a:spcPts val="0"/>
              </a:spcAft>
              <a:buClr>
                <a:srgbClr val="FFFEFF"/>
              </a:buClr>
              <a:buSzPts val="15360"/>
              <a:buFont typeface="Calibri"/>
              <a:buNone/>
              <a:defRPr>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8" name="Google Shape;198;p9"/>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9" name="Google Shape;199;p9"/>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0" name="Google Shape;200;p9"/>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1"/>
        <p:cNvGrpSpPr/>
        <p:nvPr/>
      </p:nvGrpSpPr>
      <p:grpSpPr>
        <a:xfrm>
          <a:off x="0" y="0"/>
          <a:ext cx="0" cy="0"/>
          <a:chOff x="0" y="0"/>
          <a:chExt cx="0" cy="0"/>
        </a:xfrm>
      </p:grpSpPr>
      <p:grpSp>
        <p:nvGrpSpPr>
          <p:cNvPr id="202" name="Google Shape;202;p10"/>
          <p:cNvGrpSpPr/>
          <p:nvPr/>
        </p:nvGrpSpPr>
        <p:grpSpPr>
          <a:xfrm>
            <a:off x="-1373882" y="2"/>
            <a:ext cx="45224443" cy="32918405"/>
            <a:chOff x="1243013" y="0"/>
            <a:chExt cx="9402763" cy="6858001"/>
          </a:xfrm>
        </p:grpSpPr>
        <p:sp>
          <p:nvSpPr>
            <p:cNvPr id="203" name="Google Shape;203;p10"/>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p10"/>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10"/>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10"/>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10"/>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p10"/>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10"/>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10"/>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p10"/>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10"/>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10"/>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 name="Google Shape;214;p10"/>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p10"/>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10"/>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10"/>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10"/>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10"/>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p10"/>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10"/>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10"/>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3" name="Google Shape;223;p10"/>
          <p:cNvGrpSpPr/>
          <p:nvPr/>
        </p:nvGrpSpPr>
        <p:grpSpPr>
          <a:xfrm>
            <a:off x="3072384" y="8158029"/>
            <a:ext cx="15775450" cy="16658021"/>
            <a:chOff x="640080" y="1699589"/>
            <a:chExt cx="3286552" cy="3470421"/>
          </a:xfrm>
        </p:grpSpPr>
        <p:sp>
          <p:nvSpPr>
            <p:cNvPr id="224" name="Google Shape;224;p10"/>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p10"/>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p10"/>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7" name="Google Shape;227;p10"/>
          <p:cNvSpPr txBox="1">
            <a:spLocks noGrp="1"/>
          </p:cNvSpPr>
          <p:nvPr>
            <p:ph type="title"/>
          </p:nvPr>
        </p:nvSpPr>
        <p:spPr>
          <a:xfrm>
            <a:off x="3482661" y="11279638"/>
            <a:ext cx="14937826" cy="5881915"/>
          </a:xfrm>
          <a:prstGeom prst="rect">
            <a:avLst/>
          </a:prstGeom>
          <a:noFill/>
          <a:ln>
            <a:noFill/>
          </a:ln>
        </p:spPr>
        <p:txBody>
          <a:bodyPr spcFirstLastPara="1" wrap="square" lIns="228600" tIns="228600" rIns="228600" bIns="0" anchor="b" anchorCtr="0">
            <a:noAutofit/>
          </a:bodyPr>
          <a:lstStyle>
            <a:lvl1pPr lvl="0" algn="ctr">
              <a:lnSpc>
                <a:spcPct val="85000"/>
              </a:lnSpc>
              <a:spcBef>
                <a:spcPts val="0"/>
              </a:spcBef>
              <a:spcAft>
                <a:spcPts val="0"/>
              </a:spcAft>
              <a:buClr>
                <a:srgbClr val="FFFEFF"/>
              </a:buClr>
              <a:buSzPts val="13440"/>
              <a:buFont typeface="Calibri"/>
              <a:buNone/>
              <a:defRPr sz="13439">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8" name="Google Shape;228;p10"/>
          <p:cNvSpPr txBox="1">
            <a:spLocks noGrp="1"/>
          </p:cNvSpPr>
          <p:nvPr>
            <p:ph type="body" idx="1"/>
          </p:nvPr>
        </p:nvSpPr>
        <p:spPr>
          <a:xfrm>
            <a:off x="21195295" y="3846674"/>
            <a:ext cx="19659086" cy="25197576"/>
          </a:xfrm>
          <a:prstGeom prst="rect">
            <a:avLst/>
          </a:prstGeom>
          <a:noFill/>
          <a:ln>
            <a:noFill/>
          </a:ln>
        </p:spPr>
        <p:txBody>
          <a:bodyPr spcFirstLastPara="1" wrap="square" lIns="91425" tIns="45700" rIns="91425" bIns="45700" anchor="ctr"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229" name="Google Shape;229;p10"/>
          <p:cNvSpPr txBox="1">
            <a:spLocks noGrp="1"/>
          </p:cNvSpPr>
          <p:nvPr>
            <p:ph type="body" idx="2"/>
          </p:nvPr>
        </p:nvSpPr>
        <p:spPr>
          <a:xfrm>
            <a:off x="3482661" y="17161555"/>
            <a:ext cx="14937826" cy="5949850"/>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3600"/>
              </a:spcBef>
              <a:spcAft>
                <a:spcPts val="0"/>
              </a:spcAft>
              <a:buSzPts val="7392"/>
              <a:buNone/>
              <a:defRPr sz="6719">
                <a:solidFill>
                  <a:srgbClr val="FFFEFF"/>
                </a:solidFill>
              </a:defRPr>
            </a:lvl1pPr>
            <a:lvl2pPr marL="914400" lvl="1" indent="-228600" algn="l">
              <a:lnSpc>
                <a:spcPct val="120000"/>
              </a:lnSpc>
              <a:spcBef>
                <a:spcPts val="1800"/>
              </a:spcBef>
              <a:spcAft>
                <a:spcPts val="0"/>
              </a:spcAft>
              <a:buSzPts val="5544"/>
              <a:buNone/>
              <a:defRPr sz="5040"/>
            </a:lvl2pPr>
            <a:lvl3pPr marL="1371600" lvl="2" indent="-228600" algn="l">
              <a:lnSpc>
                <a:spcPct val="120000"/>
              </a:lnSpc>
              <a:spcBef>
                <a:spcPts val="1800"/>
              </a:spcBef>
              <a:spcAft>
                <a:spcPts val="0"/>
              </a:spcAft>
              <a:buSzPts val="4752"/>
              <a:buNone/>
              <a:defRPr sz="4320"/>
            </a:lvl3pPr>
            <a:lvl4pPr marL="1828800" lvl="3" indent="-228600" algn="l">
              <a:lnSpc>
                <a:spcPct val="120000"/>
              </a:lnSpc>
              <a:spcBef>
                <a:spcPts val="1800"/>
              </a:spcBef>
              <a:spcAft>
                <a:spcPts val="0"/>
              </a:spcAft>
              <a:buSzPts val="3960"/>
              <a:buNone/>
              <a:defRPr sz="3600"/>
            </a:lvl4pPr>
            <a:lvl5pPr marL="2286000" lvl="4" indent="-228600" algn="l">
              <a:lnSpc>
                <a:spcPct val="120000"/>
              </a:lnSpc>
              <a:spcBef>
                <a:spcPts val="1800"/>
              </a:spcBef>
              <a:spcAft>
                <a:spcPts val="0"/>
              </a:spcAft>
              <a:buSzPts val="3960"/>
              <a:buNone/>
              <a:defRPr sz="3600"/>
            </a:lvl5pPr>
            <a:lvl6pPr marL="2743200" lvl="5" indent="-228600" algn="l">
              <a:lnSpc>
                <a:spcPct val="120000"/>
              </a:lnSpc>
              <a:spcBef>
                <a:spcPts val="1800"/>
              </a:spcBef>
              <a:spcAft>
                <a:spcPts val="0"/>
              </a:spcAft>
              <a:buSzPts val="3960"/>
              <a:buNone/>
              <a:defRPr sz="3600"/>
            </a:lvl6pPr>
            <a:lvl7pPr marL="3200400" lvl="6" indent="-228600" algn="l">
              <a:lnSpc>
                <a:spcPct val="120000"/>
              </a:lnSpc>
              <a:spcBef>
                <a:spcPts val="1800"/>
              </a:spcBef>
              <a:spcAft>
                <a:spcPts val="0"/>
              </a:spcAft>
              <a:buSzPts val="3960"/>
              <a:buNone/>
              <a:defRPr sz="3600"/>
            </a:lvl7pPr>
            <a:lvl8pPr marL="3657600" lvl="7" indent="-228600" algn="l">
              <a:lnSpc>
                <a:spcPct val="120000"/>
              </a:lnSpc>
              <a:spcBef>
                <a:spcPts val="1800"/>
              </a:spcBef>
              <a:spcAft>
                <a:spcPts val="0"/>
              </a:spcAft>
              <a:buSzPts val="3960"/>
              <a:buNone/>
              <a:defRPr sz="3600"/>
            </a:lvl8pPr>
            <a:lvl9pPr marL="4114800" lvl="8" indent="-228600" algn="l">
              <a:lnSpc>
                <a:spcPct val="120000"/>
              </a:lnSpc>
              <a:spcBef>
                <a:spcPts val="1800"/>
              </a:spcBef>
              <a:spcAft>
                <a:spcPts val="0"/>
              </a:spcAft>
              <a:buSzPts val="3960"/>
              <a:buNone/>
              <a:defRPr sz="3600"/>
            </a:lvl9pPr>
          </a:lstStyle>
          <a:p>
            <a:endParaRPr/>
          </a:p>
        </p:txBody>
      </p:sp>
      <p:sp>
        <p:nvSpPr>
          <p:cNvPr id="230" name="Google Shape;230;p10"/>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1" name="Google Shape;231;p10"/>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2" name="Google Shape;232;p10"/>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33"/>
        <p:cNvGrpSpPr/>
        <p:nvPr/>
      </p:nvGrpSpPr>
      <p:grpSpPr>
        <a:xfrm>
          <a:off x="0" y="0"/>
          <a:ext cx="0" cy="0"/>
          <a:chOff x="0" y="0"/>
          <a:chExt cx="0" cy="0"/>
        </a:xfrm>
      </p:grpSpPr>
      <p:grpSp>
        <p:nvGrpSpPr>
          <p:cNvPr id="234" name="Google Shape;234;p11"/>
          <p:cNvGrpSpPr/>
          <p:nvPr/>
        </p:nvGrpSpPr>
        <p:grpSpPr>
          <a:xfrm>
            <a:off x="3" y="0"/>
            <a:ext cx="45864782" cy="32895542"/>
            <a:chOff x="1524000" y="0"/>
            <a:chExt cx="9555163" cy="6853238"/>
          </a:xfrm>
        </p:grpSpPr>
        <p:sp>
          <p:nvSpPr>
            <p:cNvPr id="235" name="Google Shape;235;p11"/>
            <p:cNvSpPr/>
            <p:nvPr/>
          </p:nvSpPr>
          <p:spPr>
            <a:xfrm>
              <a:off x="1524000" y="1331913"/>
              <a:ext cx="7837488" cy="5521325"/>
            </a:xfrm>
            <a:custGeom>
              <a:avLst/>
              <a:gdLst/>
              <a:ahLst/>
              <a:cxnLst/>
              <a:rect l="l" t="t" r="r" b="b"/>
              <a:pathLst>
                <a:path w="1648" h="1161" extrusionOk="0">
                  <a:moveTo>
                    <a:pt x="1362" y="1161"/>
                  </a:moveTo>
                  <a:cubicBezTo>
                    <a:pt x="1648" y="920"/>
                    <a:pt x="1283" y="505"/>
                    <a:pt x="1097" y="326"/>
                  </a:cubicBezTo>
                  <a:cubicBezTo>
                    <a:pt x="926" y="162"/>
                    <a:pt x="709" y="35"/>
                    <a:pt x="470" y="14"/>
                  </a:cubicBezTo>
                  <a:cubicBezTo>
                    <a:pt x="315" y="0"/>
                    <a:pt x="142" y="49"/>
                    <a:pt x="0" y="138"/>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 name="Google Shape;236;p11"/>
            <p:cNvSpPr/>
            <p:nvPr/>
          </p:nvSpPr>
          <p:spPr>
            <a:xfrm>
              <a:off x="1524000" y="5564188"/>
              <a:ext cx="1412875" cy="1284288"/>
            </a:xfrm>
            <a:custGeom>
              <a:avLst/>
              <a:gdLst/>
              <a:ahLst/>
              <a:cxnLst/>
              <a:rect l="l" t="t" r="r" b="b"/>
              <a:pathLst>
                <a:path w="297" h="270" extrusionOk="0">
                  <a:moveTo>
                    <a:pt x="0" y="0"/>
                  </a:moveTo>
                  <a:cubicBezTo>
                    <a:pt x="73" y="119"/>
                    <a:pt x="186" y="220"/>
                    <a:pt x="297" y="27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11"/>
            <p:cNvSpPr/>
            <p:nvPr/>
          </p:nvSpPr>
          <p:spPr>
            <a:xfrm>
              <a:off x="1524000" y="2030413"/>
              <a:ext cx="6510338" cy="4813300"/>
            </a:xfrm>
            <a:custGeom>
              <a:avLst/>
              <a:gdLst/>
              <a:ahLst/>
              <a:cxnLst/>
              <a:rect l="l" t="t" r="r" b="b"/>
              <a:pathLst>
                <a:path w="1369" h="1012" extrusionOk="0">
                  <a:moveTo>
                    <a:pt x="845" y="1012"/>
                  </a:moveTo>
                  <a:cubicBezTo>
                    <a:pt x="1043" y="967"/>
                    <a:pt x="1369" y="853"/>
                    <a:pt x="1263" y="588"/>
                  </a:cubicBezTo>
                  <a:cubicBezTo>
                    <a:pt x="1164" y="340"/>
                    <a:pt x="861" y="107"/>
                    <a:pt x="602" y="49"/>
                  </a:cubicBezTo>
                  <a:cubicBezTo>
                    <a:pt x="383" y="0"/>
                    <a:pt x="135" y="97"/>
                    <a:pt x="0" y="28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11"/>
            <p:cNvSpPr/>
            <p:nvPr/>
          </p:nvSpPr>
          <p:spPr>
            <a:xfrm>
              <a:off x="1528763" y="6207125"/>
              <a:ext cx="717550" cy="646113"/>
            </a:xfrm>
            <a:custGeom>
              <a:avLst/>
              <a:gdLst/>
              <a:ahLst/>
              <a:cxnLst/>
              <a:rect l="l" t="t" r="r" b="b"/>
              <a:pathLst>
                <a:path w="151" h="136" extrusionOk="0">
                  <a:moveTo>
                    <a:pt x="0" y="0"/>
                  </a:moveTo>
                  <a:cubicBezTo>
                    <a:pt x="45" y="52"/>
                    <a:pt x="97" y="99"/>
                    <a:pt x="151" y="136"/>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 name="Google Shape;239;p11"/>
            <p:cNvSpPr/>
            <p:nvPr/>
          </p:nvSpPr>
          <p:spPr>
            <a:xfrm>
              <a:off x="1524000" y="1806575"/>
              <a:ext cx="6753225" cy="5046663"/>
            </a:xfrm>
            <a:custGeom>
              <a:avLst/>
              <a:gdLst/>
              <a:ahLst/>
              <a:cxnLst/>
              <a:rect l="l" t="t" r="r" b="b"/>
              <a:pathLst>
                <a:path w="1420" h="1061" extrusionOk="0">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 name="Google Shape;240;p11"/>
            <p:cNvSpPr/>
            <p:nvPr/>
          </p:nvSpPr>
          <p:spPr>
            <a:xfrm>
              <a:off x="1524000" y="669925"/>
              <a:ext cx="8797925" cy="6183313"/>
            </a:xfrm>
            <a:custGeom>
              <a:avLst/>
              <a:gdLst/>
              <a:ahLst/>
              <a:cxnLst/>
              <a:rect l="l" t="t" r="r" b="b"/>
              <a:pathLst>
                <a:path w="1850" h="1300" extrusionOk="0">
                  <a:moveTo>
                    <a:pt x="1552" y="1300"/>
                  </a:moveTo>
                  <a:cubicBezTo>
                    <a:pt x="1850" y="1019"/>
                    <a:pt x="1504" y="652"/>
                    <a:pt x="1288" y="447"/>
                  </a:cubicBezTo>
                  <a:cubicBezTo>
                    <a:pt x="1085" y="255"/>
                    <a:pt x="838" y="90"/>
                    <a:pt x="559" y="37"/>
                  </a:cubicBezTo>
                  <a:cubicBezTo>
                    <a:pt x="364" y="0"/>
                    <a:pt x="171" y="40"/>
                    <a:pt x="0" y="131"/>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11"/>
            <p:cNvSpPr/>
            <p:nvPr/>
          </p:nvSpPr>
          <p:spPr>
            <a:xfrm>
              <a:off x="1524000" y="119063"/>
              <a:ext cx="9555163" cy="6734175"/>
            </a:xfrm>
            <a:custGeom>
              <a:avLst/>
              <a:gdLst/>
              <a:ahLst/>
              <a:cxnLst/>
              <a:rect l="l" t="t" r="r" b="b"/>
              <a:pathLst>
                <a:path w="2009" h="1416" extrusionOk="0">
                  <a:moveTo>
                    <a:pt x="1725" y="1416"/>
                  </a:moveTo>
                  <a:cubicBezTo>
                    <a:pt x="2009" y="1117"/>
                    <a:pt x="1728" y="785"/>
                    <a:pt x="1492" y="565"/>
                  </a:cubicBezTo>
                  <a:cubicBezTo>
                    <a:pt x="1248" y="339"/>
                    <a:pt x="961" y="143"/>
                    <a:pt x="635" y="61"/>
                  </a:cubicBezTo>
                  <a:cubicBezTo>
                    <a:pt x="392" y="0"/>
                    <a:pt x="190" y="18"/>
                    <a:pt x="0" y="10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11"/>
            <p:cNvSpPr/>
            <p:nvPr/>
          </p:nvSpPr>
          <p:spPr>
            <a:xfrm>
              <a:off x="5419725" y="4763"/>
              <a:ext cx="5216525" cy="5368925"/>
            </a:xfrm>
            <a:custGeom>
              <a:avLst/>
              <a:gdLst/>
              <a:ahLst/>
              <a:cxnLst/>
              <a:rect l="l" t="t" r="r" b="b"/>
              <a:pathLst>
                <a:path w="1097" h="1129" extrusionOk="0">
                  <a:moveTo>
                    <a:pt x="1097" y="1129"/>
                  </a:moveTo>
                  <a:cubicBezTo>
                    <a:pt x="1031" y="909"/>
                    <a:pt x="843" y="701"/>
                    <a:pt x="709" y="551"/>
                  </a:cubicBezTo>
                  <a:cubicBezTo>
                    <a:pt x="509" y="327"/>
                    <a:pt x="274" y="127"/>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 name="Google Shape;243;p11"/>
            <p:cNvSpPr/>
            <p:nvPr/>
          </p:nvSpPr>
          <p:spPr>
            <a:xfrm>
              <a:off x="5813425" y="4763"/>
              <a:ext cx="4832350" cy="4822825"/>
            </a:xfrm>
            <a:custGeom>
              <a:avLst/>
              <a:gdLst/>
              <a:ahLst/>
              <a:cxnLst/>
              <a:rect l="l" t="t" r="r" b="b"/>
              <a:pathLst>
                <a:path w="1016" h="1014" extrusionOk="0">
                  <a:moveTo>
                    <a:pt x="1016" y="1014"/>
                  </a:moveTo>
                  <a:cubicBezTo>
                    <a:pt x="934" y="849"/>
                    <a:pt x="802" y="697"/>
                    <a:pt x="698" y="577"/>
                  </a:cubicBezTo>
                  <a:cubicBezTo>
                    <a:pt x="500" y="348"/>
                    <a:pt x="270" y="141"/>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11"/>
            <p:cNvSpPr/>
            <p:nvPr/>
          </p:nvSpPr>
          <p:spPr>
            <a:xfrm>
              <a:off x="6003925" y="4763"/>
              <a:ext cx="4641850" cy="4598988"/>
            </a:xfrm>
            <a:custGeom>
              <a:avLst/>
              <a:gdLst/>
              <a:ahLst/>
              <a:cxnLst/>
              <a:rect l="l" t="t" r="r" b="b"/>
              <a:pathLst>
                <a:path w="976" h="967" extrusionOk="0">
                  <a:moveTo>
                    <a:pt x="976" y="967"/>
                  </a:moveTo>
                  <a:cubicBezTo>
                    <a:pt x="894" y="822"/>
                    <a:pt x="779" y="689"/>
                    <a:pt x="686" y="580"/>
                  </a:cubicBezTo>
                  <a:cubicBezTo>
                    <a:pt x="491" y="352"/>
                    <a:pt x="264" y="145"/>
                    <a:pt x="0" y="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11"/>
            <p:cNvSpPr/>
            <p:nvPr/>
          </p:nvSpPr>
          <p:spPr>
            <a:xfrm>
              <a:off x="6203950" y="0"/>
              <a:ext cx="4441825" cy="4237038"/>
            </a:xfrm>
            <a:custGeom>
              <a:avLst/>
              <a:gdLst/>
              <a:ahLst/>
              <a:cxnLst/>
              <a:rect l="l" t="t" r="r" b="b"/>
              <a:pathLst>
                <a:path w="934" h="891" extrusionOk="0">
                  <a:moveTo>
                    <a:pt x="934" y="891"/>
                  </a:moveTo>
                  <a:cubicBezTo>
                    <a:pt x="863" y="783"/>
                    <a:pt x="778" y="684"/>
                    <a:pt x="705" y="599"/>
                  </a:cubicBezTo>
                  <a:cubicBezTo>
                    <a:pt x="503" y="365"/>
                    <a:pt x="270" y="152"/>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11"/>
            <p:cNvSpPr/>
            <p:nvPr/>
          </p:nvSpPr>
          <p:spPr>
            <a:xfrm>
              <a:off x="6456363" y="4763"/>
              <a:ext cx="4179888" cy="3986213"/>
            </a:xfrm>
            <a:custGeom>
              <a:avLst/>
              <a:gdLst/>
              <a:ahLst/>
              <a:cxnLst/>
              <a:rect l="l" t="t" r="r" b="b"/>
              <a:pathLst>
                <a:path w="879" h="838" extrusionOk="0">
                  <a:moveTo>
                    <a:pt x="879" y="838"/>
                  </a:moveTo>
                  <a:cubicBezTo>
                    <a:pt x="821" y="755"/>
                    <a:pt x="756" y="679"/>
                    <a:pt x="698" y="611"/>
                  </a:cubicBezTo>
                  <a:cubicBezTo>
                    <a:pt x="498" y="375"/>
                    <a:pt x="268" y="15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11"/>
            <p:cNvSpPr/>
            <p:nvPr/>
          </p:nvSpPr>
          <p:spPr>
            <a:xfrm>
              <a:off x="6869113" y="4763"/>
              <a:ext cx="3776663" cy="3838575"/>
            </a:xfrm>
            <a:custGeom>
              <a:avLst/>
              <a:gdLst/>
              <a:ahLst/>
              <a:cxnLst/>
              <a:rect l="l" t="t" r="r" b="b"/>
              <a:pathLst>
                <a:path w="794" h="807" extrusionOk="0">
                  <a:moveTo>
                    <a:pt x="794" y="807"/>
                  </a:moveTo>
                  <a:cubicBezTo>
                    <a:pt x="745" y="739"/>
                    <a:pt x="695" y="676"/>
                    <a:pt x="648" y="617"/>
                  </a:cubicBezTo>
                  <a:cubicBezTo>
                    <a:pt x="462" y="383"/>
                    <a:pt x="248" y="16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11"/>
            <p:cNvSpPr/>
            <p:nvPr/>
          </p:nvSpPr>
          <p:spPr>
            <a:xfrm>
              <a:off x="8758238" y="4763"/>
              <a:ext cx="1887538" cy="1355725"/>
            </a:xfrm>
            <a:custGeom>
              <a:avLst/>
              <a:gdLst/>
              <a:ahLst/>
              <a:cxnLst/>
              <a:rect l="l" t="t" r="r" b="b"/>
              <a:pathLst>
                <a:path w="397" h="285" extrusionOk="0">
                  <a:moveTo>
                    <a:pt x="397" y="285"/>
                  </a:moveTo>
                  <a:cubicBezTo>
                    <a:pt x="270" y="182"/>
                    <a:pt x="138" y="86"/>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11"/>
            <p:cNvSpPr/>
            <p:nvPr/>
          </p:nvSpPr>
          <p:spPr>
            <a:xfrm>
              <a:off x="9223375" y="9525"/>
              <a:ext cx="1422400" cy="1108075"/>
            </a:xfrm>
            <a:custGeom>
              <a:avLst/>
              <a:gdLst/>
              <a:ahLst/>
              <a:cxnLst/>
              <a:rect l="l" t="t" r="r" b="b"/>
              <a:pathLst>
                <a:path w="299" h="233" extrusionOk="0">
                  <a:moveTo>
                    <a:pt x="299" y="233"/>
                  </a:moveTo>
                  <a:cubicBezTo>
                    <a:pt x="197" y="145"/>
                    <a:pt x="97" y="6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11"/>
            <p:cNvSpPr/>
            <p:nvPr/>
          </p:nvSpPr>
          <p:spPr>
            <a:xfrm>
              <a:off x="10009188" y="4763"/>
              <a:ext cx="636588" cy="361950"/>
            </a:xfrm>
            <a:custGeom>
              <a:avLst/>
              <a:gdLst/>
              <a:ahLst/>
              <a:cxnLst/>
              <a:rect l="l" t="t" r="r" b="b"/>
              <a:pathLst>
                <a:path w="134" h="76" extrusionOk="0">
                  <a:moveTo>
                    <a:pt x="0" y="0"/>
                  </a:moveTo>
                  <a:cubicBezTo>
                    <a:pt x="45" y="25"/>
                    <a:pt x="89" y="50"/>
                    <a:pt x="134" y="76"/>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1" name="Google Shape;251;p11"/>
          <p:cNvGrpSpPr/>
          <p:nvPr/>
        </p:nvGrpSpPr>
        <p:grpSpPr>
          <a:xfrm>
            <a:off x="3093422" y="8151994"/>
            <a:ext cx="20917210" cy="16658016"/>
            <a:chOff x="644463" y="1698332"/>
            <a:chExt cx="4357752" cy="3470420"/>
          </a:xfrm>
        </p:grpSpPr>
        <p:sp>
          <p:nvSpPr>
            <p:cNvPr id="252" name="Google Shape;252;p11"/>
            <p:cNvSpPr/>
            <p:nvPr/>
          </p:nvSpPr>
          <p:spPr>
            <a:xfrm>
              <a:off x="644463" y="1698332"/>
              <a:ext cx="4357752"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11"/>
            <p:cNvSpPr/>
            <p:nvPr/>
          </p:nvSpPr>
          <p:spPr>
            <a:xfrm>
              <a:off x="644463" y="2274404"/>
              <a:ext cx="43577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p11"/>
            <p:cNvSpPr/>
            <p:nvPr/>
          </p:nvSpPr>
          <p:spPr>
            <a:xfrm rot="10800000">
              <a:off x="2665346" y="4896349"/>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5" name="Google Shape;255;p11"/>
          <p:cNvSpPr>
            <a:spLocks noGrp="1"/>
          </p:cNvSpPr>
          <p:nvPr>
            <p:ph type="pic" idx="2"/>
          </p:nvPr>
        </p:nvSpPr>
        <p:spPr>
          <a:xfrm>
            <a:off x="27142445" y="0"/>
            <a:ext cx="16748755" cy="32918400"/>
          </a:xfrm>
          <a:prstGeom prst="rect">
            <a:avLst/>
          </a:prstGeom>
          <a:solidFill>
            <a:srgbClr val="FEFEFE"/>
          </a:solidFill>
          <a:ln>
            <a:noFill/>
          </a:ln>
        </p:spPr>
      </p:sp>
      <p:sp>
        <p:nvSpPr>
          <p:cNvPr id="256" name="Google Shape;256;p11"/>
          <p:cNvSpPr txBox="1">
            <a:spLocks noGrp="1"/>
          </p:cNvSpPr>
          <p:nvPr>
            <p:ph type="title"/>
          </p:nvPr>
        </p:nvSpPr>
        <p:spPr>
          <a:xfrm>
            <a:off x="3473208" y="11214732"/>
            <a:ext cx="20148797" cy="6074587"/>
          </a:xfrm>
          <a:prstGeom prst="rect">
            <a:avLst/>
          </a:prstGeom>
          <a:noFill/>
          <a:ln>
            <a:noFill/>
          </a:ln>
        </p:spPr>
        <p:txBody>
          <a:bodyPr spcFirstLastPara="1" wrap="square" lIns="228600" tIns="228600" rIns="228600" bIns="0" anchor="b" anchorCtr="0">
            <a:normAutofit/>
          </a:bodyPr>
          <a:lstStyle>
            <a:lvl1pPr lvl="0" algn="ctr">
              <a:lnSpc>
                <a:spcPct val="85000"/>
              </a:lnSpc>
              <a:spcBef>
                <a:spcPts val="0"/>
              </a:spcBef>
              <a:spcAft>
                <a:spcPts val="0"/>
              </a:spcAft>
              <a:buClr>
                <a:srgbClr val="FFFEFF"/>
              </a:buClr>
              <a:buSzPts val="15360"/>
              <a:buFont typeface="Calibri"/>
              <a:buNone/>
              <a:defRPr sz="15360">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7" name="Google Shape;257;p11"/>
          <p:cNvSpPr txBox="1">
            <a:spLocks noGrp="1"/>
          </p:cNvSpPr>
          <p:nvPr>
            <p:ph type="body" idx="1"/>
          </p:nvPr>
        </p:nvSpPr>
        <p:spPr>
          <a:xfrm>
            <a:off x="3467107" y="17289319"/>
            <a:ext cx="20156419" cy="5829768"/>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3600"/>
              </a:spcBef>
              <a:spcAft>
                <a:spcPts val="0"/>
              </a:spcAft>
              <a:buSzPts val="7392"/>
              <a:buNone/>
              <a:defRPr sz="6719">
                <a:solidFill>
                  <a:srgbClr val="FFFEFF"/>
                </a:solidFill>
              </a:defRPr>
            </a:lvl1pPr>
            <a:lvl2pPr marL="914400" lvl="1" indent="-228600" algn="l">
              <a:lnSpc>
                <a:spcPct val="120000"/>
              </a:lnSpc>
              <a:spcBef>
                <a:spcPts val="1800"/>
              </a:spcBef>
              <a:spcAft>
                <a:spcPts val="0"/>
              </a:spcAft>
              <a:buSzPts val="5544"/>
              <a:buNone/>
              <a:defRPr sz="5040"/>
            </a:lvl2pPr>
            <a:lvl3pPr marL="1371600" lvl="2" indent="-228600" algn="l">
              <a:lnSpc>
                <a:spcPct val="120000"/>
              </a:lnSpc>
              <a:spcBef>
                <a:spcPts val="1800"/>
              </a:spcBef>
              <a:spcAft>
                <a:spcPts val="0"/>
              </a:spcAft>
              <a:buSzPts val="4752"/>
              <a:buNone/>
              <a:defRPr sz="4320"/>
            </a:lvl3pPr>
            <a:lvl4pPr marL="1828800" lvl="3" indent="-228600" algn="l">
              <a:lnSpc>
                <a:spcPct val="120000"/>
              </a:lnSpc>
              <a:spcBef>
                <a:spcPts val="1800"/>
              </a:spcBef>
              <a:spcAft>
                <a:spcPts val="0"/>
              </a:spcAft>
              <a:buSzPts val="3960"/>
              <a:buNone/>
              <a:defRPr sz="3600"/>
            </a:lvl4pPr>
            <a:lvl5pPr marL="2286000" lvl="4" indent="-228600" algn="l">
              <a:lnSpc>
                <a:spcPct val="120000"/>
              </a:lnSpc>
              <a:spcBef>
                <a:spcPts val="1800"/>
              </a:spcBef>
              <a:spcAft>
                <a:spcPts val="0"/>
              </a:spcAft>
              <a:buSzPts val="3960"/>
              <a:buNone/>
              <a:defRPr sz="3600"/>
            </a:lvl5pPr>
            <a:lvl6pPr marL="2743200" lvl="5" indent="-228600" algn="l">
              <a:lnSpc>
                <a:spcPct val="120000"/>
              </a:lnSpc>
              <a:spcBef>
                <a:spcPts val="1800"/>
              </a:spcBef>
              <a:spcAft>
                <a:spcPts val="0"/>
              </a:spcAft>
              <a:buSzPts val="3960"/>
              <a:buNone/>
              <a:defRPr sz="3600"/>
            </a:lvl6pPr>
            <a:lvl7pPr marL="3200400" lvl="6" indent="-228600" algn="l">
              <a:lnSpc>
                <a:spcPct val="120000"/>
              </a:lnSpc>
              <a:spcBef>
                <a:spcPts val="1800"/>
              </a:spcBef>
              <a:spcAft>
                <a:spcPts val="0"/>
              </a:spcAft>
              <a:buSzPts val="3960"/>
              <a:buNone/>
              <a:defRPr sz="3600"/>
            </a:lvl7pPr>
            <a:lvl8pPr marL="3657600" lvl="7" indent="-228600" algn="l">
              <a:lnSpc>
                <a:spcPct val="120000"/>
              </a:lnSpc>
              <a:spcBef>
                <a:spcPts val="1800"/>
              </a:spcBef>
              <a:spcAft>
                <a:spcPts val="0"/>
              </a:spcAft>
              <a:buSzPts val="3960"/>
              <a:buNone/>
              <a:defRPr sz="3600"/>
            </a:lvl8pPr>
            <a:lvl9pPr marL="4114800" lvl="8" indent="-228600" algn="l">
              <a:lnSpc>
                <a:spcPct val="120000"/>
              </a:lnSpc>
              <a:spcBef>
                <a:spcPts val="1800"/>
              </a:spcBef>
              <a:spcAft>
                <a:spcPts val="0"/>
              </a:spcAft>
              <a:buSzPts val="3960"/>
              <a:buNone/>
              <a:defRPr sz="3600"/>
            </a:lvl9pPr>
          </a:lstStyle>
          <a:p>
            <a:endParaRPr/>
          </a:p>
        </p:txBody>
      </p:sp>
      <p:sp>
        <p:nvSpPr>
          <p:cNvPr id="258" name="Google Shape;258;p11"/>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9" name="Google Shape;259;p11"/>
          <p:cNvSpPr txBox="1">
            <a:spLocks noGrp="1"/>
          </p:cNvSpPr>
          <p:nvPr>
            <p:ph type="ftr" idx="11"/>
          </p:nvPr>
        </p:nvSpPr>
        <p:spPr>
          <a:xfrm>
            <a:off x="3072386" y="29889907"/>
            <a:ext cx="20921477"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0" name="Google Shape;260;p11"/>
          <p:cNvSpPr txBox="1">
            <a:spLocks noGrp="1"/>
          </p:cNvSpPr>
          <p:nvPr>
            <p:ph type="sldNum" idx="12"/>
          </p:nvPr>
        </p:nvSpPr>
        <p:spPr>
          <a:xfrm>
            <a:off x="20714222"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61"/>
        <p:cNvGrpSpPr/>
        <p:nvPr/>
      </p:nvGrpSpPr>
      <p:grpSpPr>
        <a:xfrm>
          <a:off x="0" y="0"/>
          <a:ext cx="0" cy="0"/>
          <a:chOff x="0" y="0"/>
          <a:chExt cx="0" cy="0"/>
        </a:xfrm>
      </p:grpSpPr>
      <p:grpSp>
        <p:nvGrpSpPr>
          <p:cNvPr id="262" name="Google Shape;262;p12"/>
          <p:cNvGrpSpPr/>
          <p:nvPr/>
        </p:nvGrpSpPr>
        <p:grpSpPr>
          <a:xfrm>
            <a:off x="-1373882" y="2"/>
            <a:ext cx="45224443" cy="32918405"/>
            <a:chOff x="1243013" y="0"/>
            <a:chExt cx="9402763" cy="6858001"/>
          </a:xfrm>
        </p:grpSpPr>
        <p:sp>
          <p:nvSpPr>
            <p:cNvPr id="263" name="Google Shape;263;p12"/>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p12"/>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12"/>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p12"/>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p12"/>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12"/>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p12"/>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12"/>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12"/>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p12"/>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12"/>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12"/>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p12"/>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p12"/>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 name="Google Shape;277;p12"/>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 name="Google Shape;278;p12"/>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 name="Google Shape;279;p12"/>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 name="Google Shape;280;p12"/>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 name="Google Shape;281;p12"/>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p12"/>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83" name="Google Shape;283;p12"/>
          <p:cNvGrpSpPr/>
          <p:nvPr/>
        </p:nvGrpSpPr>
        <p:grpSpPr>
          <a:xfrm>
            <a:off x="3072384" y="8158029"/>
            <a:ext cx="15775450" cy="16658021"/>
            <a:chOff x="640080" y="1699589"/>
            <a:chExt cx="3286552" cy="3470421"/>
          </a:xfrm>
        </p:grpSpPr>
        <p:sp>
          <p:nvSpPr>
            <p:cNvPr id="284" name="Google Shape;284;p12"/>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p12"/>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 name="Google Shape;286;p12"/>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7" name="Google Shape;287;p12"/>
          <p:cNvSpPr txBox="1">
            <a:spLocks noGrp="1"/>
          </p:cNvSpPr>
          <p:nvPr>
            <p:ph type="title"/>
          </p:nvPr>
        </p:nvSpPr>
        <p:spPr>
          <a:xfrm>
            <a:off x="3474175" y="11279645"/>
            <a:ext cx="14946312" cy="11869315"/>
          </a:xfrm>
          <a:prstGeom prst="rect">
            <a:avLst/>
          </a:prstGeom>
          <a:noFill/>
          <a:ln>
            <a:noFill/>
          </a:ln>
        </p:spPr>
        <p:txBody>
          <a:bodyPr spcFirstLastPara="1" wrap="square" lIns="228600" tIns="228600" rIns="228600" bIns="228600" anchor="ctr" anchorCtr="0">
            <a:normAutofit/>
          </a:bodyPr>
          <a:lstStyle>
            <a:lvl1pPr lvl="0" algn="ctr">
              <a:lnSpc>
                <a:spcPct val="85000"/>
              </a:lnSpc>
              <a:spcBef>
                <a:spcPts val="0"/>
              </a:spcBef>
              <a:spcAft>
                <a:spcPts val="0"/>
              </a:spcAft>
              <a:buClr>
                <a:srgbClr val="FFFEFF"/>
              </a:buClr>
              <a:buSzPts val="15360"/>
              <a:buFont typeface="Calibri"/>
              <a:buNone/>
              <a:defRPr>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8" name="Google Shape;288;p12"/>
          <p:cNvSpPr txBox="1">
            <a:spLocks noGrp="1"/>
          </p:cNvSpPr>
          <p:nvPr>
            <p:ph type="body" idx="1"/>
          </p:nvPr>
        </p:nvSpPr>
        <p:spPr>
          <a:xfrm rot="5400000">
            <a:off x="18407822" y="6602124"/>
            <a:ext cx="25234032" cy="19659086"/>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289" name="Google Shape;289;p12"/>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12"/>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1" name="Google Shape;291;p12"/>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92"/>
        <p:cNvGrpSpPr/>
        <p:nvPr/>
      </p:nvGrpSpPr>
      <p:grpSpPr>
        <a:xfrm>
          <a:off x="0" y="0"/>
          <a:ext cx="0" cy="0"/>
          <a:chOff x="0" y="0"/>
          <a:chExt cx="0" cy="0"/>
        </a:xfrm>
      </p:grpSpPr>
      <p:grpSp>
        <p:nvGrpSpPr>
          <p:cNvPr id="293" name="Google Shape;293;p13"/>
          <p:cNvGrpSpPr/>
          <p:nvPr/>
        </p:nvGrpSpPr>
        <p:grpSpPr>
          <a:xfrm flipH="1">
            <a:off x="3" y="2"/>
            <a:ext cx="45224443" cy="32918405"/>
            <a:chOff x="1243013" y="0"/>
            <a:chExt cx="9402763" cy="6858001"/>
          </a:xfrm>
        </p:grpSpPr>
        <p:sp>
          <p:nvSpPr>
            <p:cNvPr id="294" name="Google Shape;294;p13"/>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p13"/>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13"/>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p13"/>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13"/>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13"/>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13"/>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13"/>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13"/>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13"/>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13"/>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p13"/>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 name="Google Shape;306;p13"/>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13"/>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13"/>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13"/>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p13"/>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13"/>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 name="Google Shape;312;p13"/>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 name="Google Shape;313;p13"/>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14" name="Google Shape;314;p13"/>
          <p:cNvGrpSpPr/>
          <p:nvPr/>
        </p:nvGrpSpPr>
        <p:grpSpPr>
          <a:xfrm>
            <a:off x="25095043" y="8158029"/>
            <a:ext cx="15775450" cy="16658021"/>
            <a:chOff x="640080" y="1699589"/>
            <a:chExt cx="3286552" cy="3470421"/>
          </a:xfrm>
        </p:grpSpPr>
        <p:sp>
          <p:nvSpPr>
            <p:cNvPr id="315" name="Google Shape;315;p13"/>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p13"/>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13"/>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18" name="Google Shape;318;p13"/>
          <p:cNvSpPr txBox="1">
            <a:spLocks noGrp="1"/>
          </p:cNvSpPr>
          <p:nvPr>
            <p:ph type="title"/>
          </p:nvPr>
        </p:nvSpPr>
        <p:spPr>
          <a:xfrm rot="5400000">
            <a:off x="27058356" y="9726608"/>
            <a:ext cx="11831765" cy="14937826"/>
          </a:xfrm>
          <a:prstGeom prst="rect">
            <a:avLst/>
          </a:prstGeom>
          <a:noFill/>
          <a:ln>
            <a:noFill/>
          </a:ln>
        </p:spPr>
        <p:txBody>
          <a:bodyPr spcFirstLastPara="1" wrap="square" lIns="228600" tIns="228600" rIns="228600" bIns="228600" anchor="ctr" anchorCtr="0">
            <a:normAutofit/>
          </a:bodyPr>
          <a:lstStyle>
            <a:lvl1pPr lvl="0" algn="l">
              <a:lnSpc>
                <a:spcPct val="80000"/>
              </a:lnSpc>
              <a:spcBef>
                <a:spcPts val="0"/>
              </a:spcBef>
              <a:spcAft>
                <a:spcPts val="0"/>
              </a:spcAft>
              <a:buClr>
                <a:srgbClr val="FFFEFF"/>
              </a:buClr>
              <a:buSzPts val="15360"/>
              <a:buFont typeface="Calibri"/>
              <a:buNone/>
              <a:defRPr>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9" name="Google Shape;319;p13"/>
          <p:cNvSpPr txBox="1">
            <a:spLocks noGrp="1"/>
          </p:cNvSpPr>
          <p:nvPr>
            <p:ph type="body" idx="1"/>
          </p:nvPr>
        </p:nvSpPr>
        <p:spPr>
          <a:xfrm rot="5400000">
            <a:off x="360014" y="6581105"/>
            <a:ext cx="25223050" cy="19767797"/>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320" name="Google Shape;320;p13"/>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1" name="Google Shape;321;p13"/>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2" name="Google Shape;322;p13"/>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23"/>
        <p:cNvGrpSpPr/>
        <p:nvPr/>
      </p:nvGrpSpPr>
      <p:grpSpPr>
        <a:xfrm>
          <a:off x="0" y="0"/>
          <a:ext cx="0" cy="0"/>
          <a:chOff x="0" y="0"/>
          <a:chExt cx="0" cy="0"/>
        </a:xfrm>
      </p:grpSpPr>
      <p:sp>
        <p:nvSpPr>
          <p:cNvPr id="324" name="Google Shape;324;p14"/>
          <p:cNvSpPr txBox="1">
            <a:spLocks noGrp="1"/>
          </p:cNvSpPr>
          <p:nvPr>
            <p:ph type="title"/>
          </p:nvPr>
        </p:nvSpPr>
        <p:spPr>
          <a:xfrm>
            <a:off x="2193925" y="1317625"/>
            <a:ext cx="39503350" cy="5486400"/>
          </a:xfrm>
          <a:prstGeom prst="rect">
            <a:avLst/>
          </a:prstGeom>
          <a:noFill/>
          <a:ln>
            <a:noFill/>
          </a:ln>
        </p:spPr>
        <p:txBody>
          <a:bodyPr spcFirstLastPara="1" wrap="square" lIns="228600" tIns="228600" rIns="228600" bIns="228600" anchor="ctr" anchorCtr="0">
            <a:normAutofit/>
          </a:bodyPr>
          <a:lstStyle>
            <a:lvl1pPr lvl="0" algn="ctr">
              <a:lnSpc>
                <a:spcPct val="85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5" name="Google Shape;325;p14"/>
          <p:cNvSpPr txBox="1">
            <a:spLocks noGrp="1"/>
          </p:cNvSpPr>
          <p:nvPr>
            <p:ph type="body" idx="1"/>
          </p:nvPr>
        </p:nvSpPr>
        <p:spPr>
          <a:xfrm>
            <a:off x="0" y="0"/>
            <a:ext cx="43891200" cy="32918400"/>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326" name="Google Shape;326;p14"/>
          <p:cNvSpPr txBox="1">
            <a:spLocks noGrp="1"/>
          </p:cNvSpPr>
          <p:nvPr>
            <p:ph type="body" idx="2"/>
          </p:nvPr>
        </p:nvSpPr>
        <p:spPr>
          <a:xfrm>
            <a:off x="0" y="2"/>
            <a:ext cx="43891200" cy="33299400"/>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3482661" y="11279640"/>
            <a:ext cx="14937826" cy="11831770"/>
          </a:xfrm>
          <a:prstGeom prst="rect">
            <a:avLst/>
          </a:prstGeom>
          <a:noFill/>
          <a:ln>
            <a:noFill/>
          </a:ln>
        </p:spPr>
        <p:txBody>
          <a:bodyPr spcFirstLastPara="1" wrap="square" lIns="228600" tIns="228600" rIns="228600" bIns="228600" anchor="ctr" anchorCtr="0">
            <a:normAutofit/>
          </a:bodyPr>
          <a:lstStyle>
            <a:lvl1pPr marR="0" lvl="0" algn="ctr" rtl="0">
              <a:lnSpc>
                <a:spcPct val="85000"/>
              </a:lnSpc>
              <a:spcBef>
                <a:spcPts val="0"/>
              </a:spcBef>
              <a:spcAft>
                <a:spcPts val="0"/>
              </a:spcAft>
              <a:buClr>
                <a:schemeClr val="dk1"/>
              </a:buClr>
              <a:buSzPts val="15360"/>
              <a:buFont typeface="Calibri"/>
              <a:buNone/>
              <a:defRPr sz="1536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21195300" y="3814651"/>
            <a:ext cx="19579627" cy="25234032"/>
          </a:xfrm>
          <a:prstGeom prst="rect">
            <a:avLst/>
          </a:prstGeom>
          <a:noFill/>
          <a:ln>
            <a:noFill/>
          </a:ln>
        </p:spPr>
        <p:txBody>
          <a:bodyPr spcFirstLastPara="1" wrap="square" lIns="91425" tIns="45700" rIns="91425" bIns="45700" anchor="t" anchorCtr="0">
            <a:normAutofit/>
          </a:bodyPr>
          <a:lstStyle>
            <a:lvl1pPr marL="457200" marR="0" lvl="0" indent="-765048" algn="l" rtl="0">
              <a:lnSpc>
                <a:spcPct val="120000"/>
              </a:lnSpc>
              <a:spcBef>
                <a:spcPts val="3600"/>
              </a:spcBef>
              <a:spcAft>
                <a:spcPts val="0"/>
              </a:spcAft>
              <a:buClr>
                <a:schemeClr val="accent1"/>
              </a:buClr>
              <a:buSzPts val="8448"/>
              <a:buFont typeface="Noto Sans Symbols"/>
              <a:buChar char="▪"/>
              <a:defRPr sz="7680" b="0" i="0" u="none" strike="noStrike" cap="none">
                <a:solidFill>
                  <a:schemeClr val="dk1"/>
                </a:solidFill>
                <a:latin typeface="Rockwell"/>
                <a:ea typeface="Rockwell"/>
                <a:cs typeface="Rockwell"/>
                <a:sym typeface="Rockwell"/>
              </a:defRPr>
            </a:lvl1pPr>
            <a:lvl2pPr marL="914400" marR="0" lvl="1" indent="-697992" algn="l" rtl="0">
              <a:lnSpc>
                <a:spcPct val="120000"/>
              </a:lnSpc>
              <a:spcBef>
                <a:spcPts val="1800"/>
              </a:spcBef>
              <a:spcAft>
                <a:spcPts val="0"/>
              </a:spcAft>
              <a:buClr>
                <a:schemeClr val="accent1"/>
              </a:buClr>
              <a:buSzPts val="7392"/>
              <a:buFont typeface="Noto Sans Symbols"/>
              <a:buChar char="▪"/>
              <a:defRPr sz="6719" b="0" i="0" u="none" strike="noStrike" cap="none">
                <a:solidFill>
                  <a:schemeClr val="dk1"/>
                </a:solidFill>
                <a:latin typeface="Rockwell"/>
                <a:ea typeface="Rockwell"/>
                <a:cs typeface="Rockwell"/>
                <a:sym typeface="Rockwell"/>
              </a:defRPr>
            </a:lvl2pPr>
            <a:lvl3pPr marL="1371600" marR="0" lvl="2" indent="-630936" algn="l" rtl="0">
              <a:lnSpc>
                <a:spcPct val="120000"/>
              </a:lnSpc>
              <a:spcBef>
                <a:spcPts val="1800"/>
              </a:spcBef>
              <a:spcAft>
                <a:spcPts val="0"/>
              </a:spcAft>
              <a:buClr>
                <a:schemeClr val="accent1"/>
              </a:buClr>
              <a:buSzPts val="6336"/>
              <a:buFont typeface="Noto Sans Symbols"/>
              <a:buChar char="▪"/>
              <a:defRPr sz="5760" b="0" i="0" u="none" strike="noStrike" cap="none">
                <a:solidFill>
                  <a:schemeClr val="dk1"/>
                </a:solidFill>
                <a:latin typeface="Rockwell"/>
                <a:ea typeface="Rockwell"/>
                <a:cs typeface="Rockwell"/>
                <a:sym typeface="Rockwell"/>
              </a:defRPr>
            </a:lvl3pPr>
            <a:lvl4pPr marL="1828800" marR="0" lvl="3" indent="-630936" algn="l" rtl="0">
              <a:lnSpc>
                <a:spcPct val="120000"/>
              </a:lnSpc>
              <a:spcBef>
                <a:spcPts val="1800"/>
              </a:spcBef>
              <a:spcAft>
                <a:spcPts val="0"/>
              </a:spcAft>
              <a:buClr>
                <a:schemeClr val="accent1"/>
              </a:buClr>
              <a:buSzPts val="6336"/>
              <a:buFont typeface="Noto Sans Symbols"/>
              <a:buChar char="▪"/>
              <a:defRPr sz="5760" b="0" i="0" u="none" strike="noStrike" cap="none">
                <a:solidFill>
                  <a:schemeClr val="dk1"/>
                </a:solidFill>
                <a:latin typeface="Rockwell"/>
                <a:ea typeface="Rockwell"/>
                <a:cs typeface="Rockwell"/>
                <a:sym typeface="Rockwell"/>
              </a:defRPr>
            </a:lvl4pPr>
            <a:lvl5pPr marL="2286000" marR="0" lvl="4" indent="-630935" algn="l" rtl="0">
              <a:lnSpc>
                <a:spcPct val="120000"/>
              </a:lnSpc>
              <a:spcBef>
                <a:spcPts val="1800"/>
              </a:spcBef>
              <a:spcAft>
                <a:spcPts val="0"/>
              </a:spcAft>
              <a:buClr>
                <a:schemeClr val="accent1"/>
              </a:buClr>
              <a:buSzPts val="6336"/>
              <a:buFont typeface="Noto Sans Symbols"/>
              <a:buChar char="▪"/>
              <a:defRPr sz="5760" b="0" i="0" u="none" strike="noStrike" cap="none">
                <a:solidFill>
                  <a:schemeClr val="dk1"/>
                </a:solidFill>
                <a:latin typeface="Rockwell"/>
                <a:ea typeface="Rockwell"/>
                <a:cs typeface="Rockwell"/>
                <a:sym typeface="Rockwell"/>
              </a:defRPr>
            </a:lvl5pPr>
            <a:lvl6pPr marL="2743200" marR="0" lvl="5" indent="-530351" algn="l" rtl="0">
              <a:lnSpc>
                <a:spcPct val="120000"/>
              </a:lnSpc>
              <a:spcBef>
                <a:spcPts val="1800"/>
              </a:spcBef>
              <a:spcAft>
                <a:spcPts val="0"/>
              </a:spcAft>
              <a:buClr>
                <a:schemeClr val="accent1"/>
              </a:buClr>
              <a:buSzPts val="4752"/>
              <a:buFont typeface="Noto Sans Symbols"/>
              <a:buChar char="▪"/>
              <a:defRPr sz="4320" b="0" i="0" u="none" strike="noStrike" cap="none">
                <a:solidFill>
                  <a:schemeClr val="dk1"/>
                </a:solidFill>
                <a:latin typeface="Rockwell"/>
                <a:ea typeface="Rockwell"/>
                <a:cs typeface="Rockwell"/>
                <a:sym typeface="Rockwell"/>
              </a:defRPr>
            </a:lvl6pPr>
            <a:lvl7pPr marL="3200400" marR="0" lvl="6" indent="-530351" algn="l" rtl="0">
              <a:lnSpc>
                <a:spcPct val="120000"/>
              </a:lnSpc>
              <a:spcBef>
                <a:spcPts val="1800"/>
              </a:spcBef>
              <a:spcAft>
                <a:spcPts val="0"/>
              </a:spcAft>
              <a:buClr>
                <a:schemeClr val="accent1"/>
              </a:buClr>
              <a:buSzPts val="4752"/>
              <a:buFont typeface="Noto Sans Symbols"/>
              <a:buChar char="▪"/>
              <a:defRPr sz="4320" b="0" i="0" u="none" strike="noStrike" cap="none">
                <a:solidFill>
                  <a:schemeClr val="dk1"/>
                </a:solidFill>
                <a:latin typeface="Rockwell"/>
                <a:ea typeface="Rockwell"/>
                <a:cs typeface="Rockwell"/>
                <a:sym typeface="Rockwell"/>
              </a:defRPr>
            </a:lvl7pPr>
            <a:lvl8pPr marL="3657600" marR="0" lvl="7" indent="-530351" algn="l" rtl="0">
              <a:lnSpc>
                <a:spcPct val="120000"/>
              </a:lnSpc>
              <a:spcBef>
                <a:spcPts val="1800"/>
              </a:spcBef>
              <a:spcAft>
                <a:spcPts val="0"/>
              </a:spcAft>
              <a:buClr>
                <a:schemeClr val="accent1"/>
              </a:buClr>
              <a:buSzPts val="4752"/>
              <a:buFont typeface="Noto Sans Symbols"/>
              <a:buChar char="▪"/>
              <a:defRPr sz="4320" b="0" i="0" u="none" strike="noStrike" cap="none">
                <a:solidFill>
                  <a:schemeClr val="dk1"/>
                </a:solidFill>
                <a:latin typeface="Rockwell"/>
                <a:ea typeface="Rockwell"/>
                <a:cs typeface="Rockwell"/>
                <a:sym typeface="Rockwell"/>
              </a:defRPr>
            </a:lvl8pPr>
            <a:lvl9pPr marL="4114800" marR="0" lvl="8" indent="-530352" algn="l" rtl="0">
              <a:lnSpc>
                <a:spcPct val="120000"/>
              </a:lnSpc>
              <a:spcBef>
                <a:spcPts val="1800"/>
              </a:spcBef>
              <a:spcAft>
                <a:spcPts val="0"/>
              </a:spcAft>
              <a:buClr>
                <a:schemeClr val="accent1"/>
              </a:buClr>
              <a:buSzPts val="4752"/>
              <a:buFont typeface="Noto Sans Symbols"/>
              <a:buChar char="▪"/>
              <a:defRPr sz="4320" b="0" i="0" u="none" strike="noStrike" cap="none">
                <a:solidFill>
                  <a:schemeClr val="dk1"/>
                </a:solidFill>
                <a:latin typeface="Rockwell"/>
                <a:ea typeface="Rockwell"/>
                <a:cs typeface="Rockwell"/>
                <a:sym typeface="Rockwell"/>
              </a:defRPr>
            </a:lvl9pPr>
          </a:lstStyle>
          <a:p>
            <a:endParaRPr/>
          </a:p>
        </p:txBody>
      </p:sp>
      <p:sp>
        <p:nvSpPr>
          <p:cNvPr id="12" name="Google Shape;12;p2"/>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800" b="0" i="0" u="none" strike="noStrike" cap="none">
                <a:solidFill>
                  <a:srgbClr val="888888"/>
                </a:solidFill>
                <a:latin typeface="Rockwell"/>
                <a:ea typeface="Rockwell"/>
                <a:cs typeface="Rockwell"/>
                <a:sym typeface="Rockwel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9pPr>
          </a:lstStyle>
          <a:p>
            <a:endParaRPr/>
          </a:p>
        </p:txBody>
      </p:sp>
      <p:sp>
        <p:nvSpPr>
          <p:cNvPr id="13" name="Google Shape;13;p2"/>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4800" b="0" i="0" u="none" strike="noStrike" cap="none">
                <a:solidFill>
                  <a:srgbClr val="888888"/>
                </a:solidFill>
                <a:latin typeface="Rockwell"/>
                <a:ea typeface="Rockwell"/>
                <a:cs typeface="Rockwell"/>
                <a:sym typeface="Rockwel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9pPr>
          </a:lstStyle>
          <a:p>
            <a:endParaRPr/>
          </a:p>
        </p:txBody>
      </p:sp>
      <p:sp>
        <p:nvSpPr>
          <p:cNvPr id="14" name="Google Shape;14;p2"/>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2"/>
          <p:cNvSpPr/>
          <p:nvPr/>
        </p:nvSpPr>
        <p:spPr>
          <a:xfrm>
            <a:off x="0" y="0"/>
            <a:ext cx="44043600" cy="3307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8A100B"/>
        </a:solidFill>
        <a:effectLst/>
      </p:bgPr>
    </p:bg>
    <p:spTree>
      <p:nvGrpSpPr>
        <p:cNvPr id="1" name="Shape 331"/>
        <p:cNvGrpSpPr/>
        <p:nvPr/>
      </p:nvGrpSpPr>
      <p:grpSpPr>
        <a:xfrm>
          <a:off x="0" y="0"/>
          <a:ext cx="0" cy="0"/>
          <a:chOff x="0" y="0"/>
          <a:chExt cx="0" cy="0"/>
        </a:xfrm>
      </p:grpSpPr>
      <p:sp>
        <p:nvSpPr>
          <p:cNvPr id="332" name="Google Shape;332;p1"/>
          <p:cNvSpPr/>
          <p:nvPr/>
        </p:nvSpPr>
        <p:spPr>
          <a:xfrm>
            <a:off x="2612571" y="2054258"/>
            <a:ext cx="31203900" cy="969335"/>
          </a:xfrm>
          <a:prstGeom prst="rect">
            <a:avLst/>
          </a:prstGeom>
          <a:noFill/>
          <a:ln>
            <a:noFill/>
          </a:ln>
        </p:spPr>
        <p:txBody>
          <a:bodyPr spcFirstLastPara="1" wrap="square" lIns="68425" tIns="34200" rIns="68425" bIns="34200" anchor="t" anchorCtr="0">
            <a:spAutoFit/>
          </a:bodyPr>
          <a:lstStyle/>
          <a:p>
            <a:pPr marL="0" marR="0" lvl="0" indent="0" algn="l" rtl="0">
              <a:lnSpc>
                <a:spcPct val="100000"/>
              </a:lnSpc>
              <a:spcBef>
                <a:spcPts val="0"/>
              </a:spcBef>
              <a:spcAft>
                <a:spcPts val="0"/>
              </a:spcAft>
              <a:buClr>
                <a:srgbClr val="000000"/>
              </a:buClr>
              <a:buSzPts val="3750"/>
              <a:buFont typeface="Arial"/>
              <a:buNone/>
            </a:pPr>
            <a:r>
              <a:rPr lang="en-US" sz="3750" b="0" i="0" u="none" strike="noStrike" cap="none" dirty="0">
                <a:solidFill>
                  <a:srgbClr val="FFFFFF"/>
                </a:solidFill>
                <a:latin typeface="Open Sans Light"/>
                <a:ea typeface="Open Sans Light"/>
                <a:cs typeface="Open Sans Light"/>
                <a:sym typeface="Open Sans Light"/>
              </a:rPr>
              <a:t>Yousra Belgaid</a:t>
            </a:r>
            <a:br>
              <a:rPr lang="en-US" sz="3600" b="0" i="0" u="none" strike="noStrike" cap="none" dirty="0">
                <a:solidFill>
                  <a:srgbClr val="FFFFFF"/>
                </a:solidFill>
                <a:latin typeface="Open Sans Light"/>
                <a:ea typeface="Open Sans Light"/>
                <a:cs typeface="Open Sans Light"/>
                <a:sym typeface="Open Sans Light"/>
              </a:rPr>
            </a:br>
            <a:r>
              <a:rPr lang="en-US" sz="2100" b="0" i="0" u="none" strike="noStrike" cap="none" dirty="0">
                <a:solidFill>
                  <a:srgbClr val="FFFFFF"/>
                </a:solidFill>
                <a:latin typeface="Open Sans Light"/>
                <a:ea typeface="Open Sans Light"/>
                <a:cs typeface="Open Sans Light"/>
                <a:sym typeface="Open Sans Light"/>
              </a:rPr>
              <a:t>Woods College of Advancing Studies, Boston College</a:t>
            </a:r>
            <a:endParaRPr sz="1400" b="0" i="0" u="none" strike="noStrike" cap="none" dirty="0">
              <a:solidFill>
                <a:srgbClr val="000000"/>
              </a:solidFill>
              <a:latin typeface="Arial"/>
              <a:ea typeface="Arial"/>
              <a:cs typeface="Arial"/>
              <a:sym typeface="Arial"/>
            </a:endParaRPr>
          </a:p>
        </p:txBody>
      </p:sp>
      <p:cxnSp>
        <p:nvCxnSpPr>
          <p:cNvPr id="333" name="Google Shape;333;p1"/>
          <p:cNvCxnSpPr/>
          <p:nvPr/>
        </p:nvCxnSpPr>
        <p:spPr>
          <a:xfrm>
            <a:off x="2543176" y="3200400"/>
            <a:ext cx="39323283" cy="0"/>
          </a:xfrm>
          <a:prstGeom prst="straightConnector1">
            <a:avLst/>
          </a:prstGeom>
          <a:noFill/>
          <a:ln w="76200" cap="flat" cmpd="sng">
            <a:solidFill>
              <a:schemeClr val="lt1"/>
            </a:solidFill>
            <a:prstDash val="solid"/>
            <a:round/>
            <a:headEnd type="none" w="sm" len="sm"/>
            <a:tailEnd type="none" w="sm" len="sm"/>
          </a:ln>
          <a:effectLst>
            <a:outerShdw blurRad="40000" dist="23000" dir="5400000" rotWithShape="0">
              <a:srgbClr val="808080">
                <a:alpha val="34509"/>
              </a:srgbClr>
            </a:outerShdw>
          </a:effectLst>
        </p:spPr>
      </p:cxnSp>
      <p:sp>
        <p:nvSpPr>
          <p:cNvPr id="334" name="Google Shape;334;p1"/>
          <p:cNvSpPr txBox="1"/>
          <p:nvPr/>
        </p:nvSpPr>
        <p:spPr>
          <a:xfrm>
            <a:off x="2612571" y="1019964"/>
            <a:ext cx="31203900" cy="110799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600" b="0" i="0" u="none" strike="noStrike" cap="none" dirty="0">
                <a:solidFill>
                  <a:srgbClr val="B4985A"/>
                </a:solidFill>
                <a:latin typeface="Open Sans ExtraBold"/>
                <a:ea typeface="Open Sans ExtraBold"/>
                <a:cs typeface="Open Sans ExtraBold"/>
                <a:sym typeface="Open Sans ExtraBold"/>
              </a:rPr>
              <a:t>Capital Reallocation During Market Stress</a:t>
            </a:r>
            <a:endParaRPr sz="6600" b="0" i="0" u="none" strike="noStrike" cap="none" dirty="0">
              <a:solidFill>
                <a:srgbClr val="B4985A"/>
              </a:solidFill>
              <a:latin typeface="Open Sans ExtraBold"/>
              <a:ea typeface="Open Sans ExtraBold"/>
              <a:cs typeface="Open Sans ExtraBold"/>
              <a:sym typeface="Open Sans ExtraBold"/>
            </a:endParaRPr>
          </a:p>
        </p:txBody>
      </p:sp>
      <p:sp>
        <p:nvSpPr>
          <p:cNvPr id="335" name="Google Shape;335;p1"/>
          <p:cNvSpPr/>
          <p:nvPr/>
        </p:nvSpPr>
        <p:spPr>
          <a:xfrm>
            <a:off x="2543175" y="3733800"/>
            <a:ext cx="9115500" cy="11353800"/>
          </a:xfrm>
          <a:prstGeom prst="rect">
            <a:avLst/>
          </a:prstGeom>
          <a:solidFill>
            <a:schemeClr val="lt1"/>
          </a:solidFill>
          <a:ln>
            <a:noFill/>
          </a:ln>
        </p:spPr>
        <p:txBody>
          <a:bodyPr spcFirstLastPara="1" wrap="square" lIns="270000" tIns="270000" rIns="270000" bIns="27000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dirty="0">
                <a:solidFill>
                  <a:srgbClr val="501214"/>
                </a:solidFill>
                <a:latin typeface="Open Sans ExtraBold"/>
                <a:ea typeface="Open Sans ExtraBold"/>
                <a:cs typeface="Open Sans ExtraBold"/>
                <a:sym typeface="Open Sans ExtraBold"/>
              </a:rPr>
              <a:t>Abstract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dirty="0">
                <a:solidFill>
                  <a:schemeClr val="dk1"/>
                </a:solidFill>
                <a:latin typeface="Open Sans"/>
                <a:ea typeface="Open Sans"/>
                <a:cs typeface="Open Sans"/>
                <a:sym typeface="Open Sans"/>
              </a:rPr>
              <a:t> </a:t>
            </a:r>
            <a:endParaRPr sz="1400" b="0" i="0" u="none" strike="noStrike" cap="none" dirty="0">
              <a:solidFill>
                <a:srgbClr val="000000"/>
              </a:solidFill>
              <a:latin typeface="Arial"/>
              <a:ea typeface="Arial"/>
              <a:cs typeface="Arial"/>
              <a:sym typeface="Arial"/>
            </a:endParaRPr>
          </a:p>
        </p:txBody>
      </p:sp>
      <p:sp>
        <p:nvSpPr>
          <p:cNvPr id="336" name="Google Shape;336;p1"/>
          <p:cNvSpPr/>
          <p:nvPr/>
        </p:nvSpPr>
        <p:spPr>
          <a:xfrm>
            <a:off x="12218125" y="3733750"/>
            <a:ext cx="9524700" cy="27111300"/>
          </a:xfrm>
          <a:prstGeom prst="rect">
            <a:avLst/>
          </a:prstGeom>
          <a:solidFill>
            <a:schemeClr val="lt1"/>
          </a:solidFill>
          <a:ln>
            <a:noFill/>
          </a:ln>
        </p:spPr>
        <p:txBody>
          <a:bodyPr spcFirstLastPara="1" wrap="square" lIns="270000" tIns="270000" rIns="270000" bIns="270000" anchor="t" anchorCtr="0">
            <a:noAutofit/>
          </a:bodyPr>
          <a:lstStyle/>
          <a:p>
            <a:pPr marL="381000" marR="0" lvl="0" indent="-381000" algn="l" rtl="0">
              <a:lnSpc>
                <a:spcPct val="100000"/>
              </a:lnSpc>
              <a:spcBef>
                <a:spcPts val="0"/>
              </a:spcBef>
              <a:spcAft>
                <a:spcPts val="0"/>
              </a:spcAft>
              <a:buClr>
                <a:srgbClr val="000000"/>
              </a:buClr>
              <a:buSzPts val="3000"/>
              <a:buFont typeface="Arial"/>
              <a:buNone/>
            </a:pPr>
            <a:r>
              <a:rPr lang="en-US" sz="3000" b="0" i="0" u="none" strike="noStrike" cap="none">
                <a:solidFill>
                  <a:srgbClr val="501214"/>
                </a:solidFill>
                <a:latin typeface="Open Sans ExtraBold"/>
                <a:ea typeface="Open Sans ExtraBold"/>
                <a:cs typeface="Open Sans ExtraBold"/>
                <a:sym typeface="Open Sans ExtraBold"/>
              </a:rPr>
              <a:t>Methods</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endParaRPr sz="2100" b="1" i="0" u="none" strike="noStrike" cap="none">
              <a:solidFill>
                <a:schemeClr val="dk1"/>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ExtraBold"/>
                <a:ea typeface="Open Sans ExtraBold"/>
                <a:cs typeface="Open Sans ExtraBold"/>
                <a:sym typeface="Open Sans ExtraBold"/>
              </a:rPr>
              <a:t>Subheader</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a:ea typeface="Open Sans"/>
                <a:cs typeface="Open Sans"/>
                <a:sym typeface="Open Sans"/>
              </a:rPr>
              <a:t>Ment etur? Fera vit faccae porporis dusa pratur,</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a:ea typeface="Open Sans"/>
                <a:cs typeface="Open Sans"/>
                <a:sym typeface="Open Sans"/>
              </a:rPr>
              <a:t>sapelit qui deliquis diasperunt et quame rerest</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a:ea typeface="Open Sans"/>
                <a:cs typeface="Open Sans"/>
                <a:sym typeface="Open Sans"/>
              </a:rPr>
              <a:t>venisimagnis quid eost adi blabo. Nemo voloria cor</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a:ea typeface="Open Sans"/>
                <a:cs typeface="Open Sans"/>
                <a:sym typeface="Open Sans"/>
              </a:rPr>
              <a:t>sendaes et esequis soluptati comni seque etus</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a:ea typeface="Open Sans"/>
                <a:cs typeface="Open Sans"/>
                <a:sym typeface="Open Sans"/>
              </a:rPr>
              <a:t>volorpo remquas aceseri aectiae volorro to quiatis</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a:ea typeface="Open Sans"/>
                <a:cs typeface="Open Sans"/>
                <a:sym typeface="Open Sans"/>
              </a:rPr>
              <a:t>molupti rerovit, cuptae. Nem. Magnat.</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a:ea typeface="Open Sans"/>
                <a:cs typeface="Open Sans"/>
                <a:sym typeface="Open Sans"/>
              </a:rPr>
              <a:t> </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a:ea typeface="Open Sans"/>
                <a:cs typeface="Open Sans"/>
                <a:sym typeface="Open Sans"/>
              </a:rPr>
              <a:t>• This is the suggested format for bullets</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a:ea typeface="Open Sans"/>
                <a:cs typeface="Open Sans"/>
                <a:sym typeface="Open Sans"/>
              </a:rPr>
              <a:t>• Sendaes et esequis soluptati comni seque etus </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a:ea typeface="Open Sans"/>
                <a:cs typeface="Open Sans"/>
                <a:sym typeface="Open Sans"/>
              </a:rPr>
              <a:t>• Vellic tori sitius  inciis net </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a:ea typeface="Open Sans"/>
                <a:cs typeface="Open Sans"/>
                <a:sym typeface="Open Sans"/>
              </a:rPr>
              <a:t>• Tori sitiusam inciis net voluptatiis auditius dem venimus</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a:ea typeface="Open Sans"/>
                <a:cs typeface="Open Sans"/>
                <a:sym typeface="Open Sans"/>
              </a:rPr>
              <a:t>• Tori sitiusam inciis net voluptatiis auditi</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a:ea typeface="Open Sans"/>
                <a:cs typeface="Open Sans"/>
                <a:sym typeface="Open Sans"/>
              </a:rPr>
              <a:t> </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Arial"/>
                <a:ea typeface="Arial"/>
                <a:cs typeface="Arial"/>
                <a:sym typeface="Arial"/>
              </a:rPr>
              <a:t>Uciam que nit vit etusand andam, torae consequam</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Arial"/>
                <a:ea typeface="Arial"/>
                <a:cs typeface="Arial"/>
                <a:sym typeface="Arial"/>
              </a:rPr>
              <a:t>haruntis et hiciisi nonsectius re sumque con eatatempor</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Arial"/>
                <a:ea typeface="Arial"/>
                <a:cs typeface="Arial"/>
                <a:sym typeface="Arial"/>
              </a:rPr>
              <a:t>restesto dolut diciis enisti optatus modis aliquia audita int</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Arial"/>
                <a:ea typeface="Arial"/>
                <a:cs typeface="Arial"/>
                <a:sym typeface="Arial"/>
              </a:rPr>
              <a:t>volene nonsequiae verumet videndu sdandelit aliaediae.</a:t>
            </a:r>
            <a:endParaRPr sz="1400" b="0" i="0" u="none" strike="noStrike" cap="none">
              <a:solidFill>
                <a:srgbClr val="000000"/>
              </a:solidFill>
              <a:latin typeface="Arial"/>
              <a:ea typeface="Arial"/>
              <a:cs typeface="Arial"/>
              <a:sym typeface="Arial"/>
            </a:endParaRPr>
          </a:p>
          <a:p>
            <a:pPr marL="381000" marR="0" lvl="0" indent="-38100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Arial"/>
                <a:ea typeface="Arial"/>
                <a:cs typeface="Arial"/>
                <a:sym typeface="Arial"/>
              </a:rPr>
              <a:t>Nem sus.</a:t>
            </a:r>
            <a:endParaRPr sz="1400" b="0" i="0" u="none" strike="noStrike" cap="none">
              <a:solidFill>
                <a:srgbClr val="000000"/>
              </a:solidFill>
              <a:latin typeface="Arial"/>
              <a:ea typeface="Arial"/>
              <a:cs typeface="Arial"/>
              <a:sym typeface="Arial"/>
            </a:endParaRPr>
          </a:p>
        </p:txBody>
      </p:sp>
      <p:sp>
        <p:nvSpPr>
          <p:cNvPr id="337" name="Google Shape;337;p1"/>
          <p:cNvSpPr/>
          <p:nvPr/>
        </p:nvSpPr>
        <p:spPr>
          <a:xfrm>
            <a:off x="22250400" y="3733800"/>
            <a:ext cx="9818100" cy="27111300"/>
          </a:xfrm>
          <a:prstGeom prst="rect">
            <a:avLst/>
          </a:prstGeom>
          <a:solidFill>
            <a:schemeClr val="lt1"/>
          </a:solidFill>
          <a:ln>
            <a:noFill/>
          </a:ln>
        </p:spPr>
        <p:txBody>
          <a:bodyPr spcFirstLastPara="1" wrap="square" lIns="270000" tIns="270000" rIns="270000" bIns="27000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dirty="0">
                <a:solidFill>
                  <a:srgbClr val="501214"/>
                </a:solidFill>
                <a:latin typeface="Open Sans ExtraBold"/>
                <a:ea typeface="Open Sans ExtraBold"/>
                <a:cs typeface="Open Sans ExtraBold"/>
                <a:sym typeface="Open Sans ExtraBold"/>
              </a:rPr>
              <a:t>Results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dirty="0" err="1">
                <a:solidFill>
                  <a:schemeClr val="dk1"/>
                </a:solidFill>
                <a:latin typeface="Open Sans ExtraBold"/>
                <a:ea typeface="Open Sans ExtraBold"/>
                <a:cs typeface="Open Sans ExtraBold"/>
                <a:sym typeface="Open Sans ExtraBold"/>
              </a:rPr>
              <a:t>Subheader</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dirty="0" err="1">
                <a:solidFill>
                  <a:schemeClr val="dk1"/>
                </a:solidFill>
                <a:latin typeface="Open Sans"/>
                <a:ea typeface="Open Sans"/>
                <a:cs typeface="Open Sans"/>
                <a:sym typeface="Open Sans"/>
              </a:rPr>
              <a:t>Totat</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ullaborernam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harci</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cus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cuscidendit</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lat</a:t>
            </a:r>
            <a:r>
              <a:rPr lang="en-US" sz="2100" b="0" i="0" u="none" strike="noStrike" cap="none" dirty="0">
                <a:solidFill>
                  <a:schemeClr val="dk1"/>
                </a:solidFill>
                <a:latin typeface="Open Sans"/>
                <a:ea typeface="Open Sans"/>
                <a:cs typeface="Open Sans"/>
                <a:sym typeface="Open Sans"/>
              </a:rPr>
              <a:t> et as </a:t>
            </a:r>
            <a:r>
              <a:rPr lang="en-US" sz="2100" b="0" i="0" u="none" strike="noStrike" cap="none" dirty="0" err="1">
                <a:solidFill>
                  <a:schemeClr val="dk1"/>
                </a:solidFill>
                <a:latin typeface="Open Sans"/>
                <a:ea typeface="Open Sans"/>
                <a:cs typeface="Open Sans"/>
                <a:sym typeface="Open Sans"/>
              </a:rPr>
              <a:t>eum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explit</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apicaboria</a:t>
            </a:r>
            <a:r>
              <a:rPr lang="en-US" sz="2100" b="0" i="0" u="none" strike="noStrike" cap="none" dirty="0">
                <a:solidFill>
                  <a:schemeClr val="dk1"/>
                </a:solidFill>
                <a:latin typeface="Open Sans"/>
                <a:ea typeface="Open Sans"/>
                <a:cs typeface="Open Sans"/>
                <a:sym typeface="Open Sans"/>
              </a:rPr>
              <a:t> am </a:t>
            </a:r>
            <a:r>
              <a:rPr lang="en-US" sz="2100" b="0" i="0" u="none" strike="noStrike" cap="none" dirty="0" err="1">
                <a:solidFill>
                  <a:schemeClr val="dk1"/>
                </a:solidFill>
                <a:latin typeface="Open Sans"/>
                <a:ea typeface="Open Sans"/>
                <a:cs typeface="Open Sans"/>
                <a:sym typeface="Open Sans"/>
              </a:rPr>
              <a:t>que</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vendent</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inullup</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tatur</a:t>
            </a:r>
            <a:r>
              <a:rPr lang="en-US" sz="2100" b="0" i="0" u="none" strike="noStrike" cap="none" dirty="0">
                <a:solidFill>
                  <a:schemeClr val="dk1"/>
                </a:solidFill>
                <a:latin typeface="Open Sans"/>
                <a:ea typeface="Open Sans"/>
                <a:cs typeface="Open Sans"/>
                <a:sym typeface="Open Sans"/>
              </a:rPr>
              <a:t>? Quia </a:t>
            </a:r>
            <a:r>
              <a:rPr lang="en-US" sz="2100" b="0" i="0" u="none" strike="noStrike" cap="none" dirty="0" err="1">
                <a:solidFill>
                  <a:schemeClr val="dk1"/>
                </a:solidFill>
                <a:latin typeface="Open Sans"/>
                <a:ea typeface="Open Sans"/>
                <a:cs typeface="Open Sans"/>
                <a:sym typeface="Open Sans"/>
              </a:rPr>
              <a:t>voluptat</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ut</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prae</a:t>
            </a:r>
            <a:r>
              <a:rPr lang="en-US" sz="2100" b="0" i="0" u="none" strike="noStrike" cap="none" dirty="0">
                <a:solidFill>
                  <a:schemeClr val="dk1"/>
                </a:solidFill>
                <a:latin typeface="Open Sans"/>
                <a:ea typeface="Open Sans"/>
                <a:cs typeface="Open Sans"/>
                <a:sym typeface="Open Sans"/>
              </a:rPr>
              <a:t>. Qui </a:t>
            </a:r>
            <a:r>
              <a:rPr lang="en-US" sz="2100" b="0" i="0" u="none" strike="noStrike" cap="none" dirty="0" err="1">
                <a:solidFill>
                  <a:schemeClr val="dk1"/>
                </a:solidFill>
                <a:latin typeface="Open Sans"/>
                <a:ea typeface="Open Sans"/>
                <a:cs typeface="Open Sans"/>
                <a:sym typeface="Open Sans"/>
              </a:rPr>
              <a:t>blatibu</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saecture</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ut</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volor</a:t>
            </a:r>
            <a:r>
              <a:rPr lang="en-US" sz="2100" b="0" i="0" u="none" strike="noStrike" cap="none" dirty="0">
                <a:solidFill>
                  <a:schemeClr val="dk1"/>
                </a:solidFill>
                <a:latin typeface="Open Sans"/>
                <a:ea typeface="Open Sans"/>
                <a:cs typeface="Open Sans"/>
                <a:sym typeface="Open Sans"/>
              </a:rPr>
              <a:t> as a </a:t>
            </a:r>
            <a:r>
              <a:rPr lang="en-US" sz="2100" b="0" i="0" u="none" strike="noStrike" cap="none" dirty="0" err="1">
                <a:solidFill>
                  <a:schemeClr val="dk1"/>
                </a:solidFill>
                <a:latin typeface="Open Sans"/>
                <a:ea typeface="Open Sans"/>
                <a:cs typeface="Open Sans"/>
                <a:sym typeface="Open Sans"/>
              </a:rPr>
              <a:t>audae</a:t>
            </a:r>
            <a:r>
              <a:rPr lang="en-US" sz="2100" b="0" i="0" u="none" strike="noStrike" cap="none" dirty="0">
                <a:solidFill>
                  <a:schemeClr val="dk1"/>
                </a:solidFill>
                <a:latin typeface="Open Sans"/>
                <a:ea typeface="Open Sans"/>
                <a:cs typeface="Open Sans"/>
                <a:sym typeface="Open Sans"/>
              </a:rPr>
              <a:t> es </a:t>
            </a:r>
            <a:r>
              <a:rPr lang="en-US" sz="2100" b="0" i="0" u="none" strike="noStrike" cap="none" dirty="0" err="1">
                <a:solidFill>
                  <a:schemeClr val="dk1"/>
                </a:solidFill>
                <a:latin typeface="Open Sans"/>
                <a:ea typeface="Open Sans"/>
                <a:cs typeface="Open Sans"/>
                <a:sym typeface="Open Sans"/>
              </a:rPr>
              <a:t>elenti</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quis</a:t>
            </a:r>
            <a:r>
              <a:rPr lang="en-US" sz="2100" b="0" i="0" u="none" strike="noStrike" cap="none" dirty="0">
                <a:solidFill>
                  <a:schemeClr val="dk1"/>
                </a:solidFill>
                <a:latin typeface="Open Sans"/>
                <a:ea typeface="Open Sans"/>
                <a:cs typeface="Open Sans"/>
                <a:sym typeface="Open Sans"/>
              </a:rPr>
              <a:t> qui </a:t>
            </a:r>
            <a:r>
              <a:rPr lang="en-US" sz="2100" b="0" i="0" u="none" strike="noStrike" cap="none" dirty="0" err="1">
                <a:solidFill>
                  <a:schemeClr val="dk1"/>
                </a:solidFill>
                <a:latin typeface="Open Sans"/>
                <a:ea typeface="Open Sans"/>
                <a:cs typeface="Open Sans"/>
                <a:sym typeface="Open Sans"/>
              </a:rPr>
              <a:t>tessum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faccuptatet</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odignisim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eatur</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sincia</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nusdantent</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estem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haruntiatint</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idit</a:t>
            </a:r>
            <a:r>
              <a:rPr lang="en-US" sz="2100" b="0" i="0" u="none" strike="noStrike" cap="none" dirty="0">
                <a:solidFill>
                  <a:schemeClr val="dk1"/>
                </a:solidFill>
                <a:latin typeface="Open Sans"/>
                <a:ea typeface="Open Sans"/>
                <a:cs typeface="Open Sans"/>
                <a:sym typeface="Open Sans"/>
              </a:rPr>
              <a:t> rem </a:t>
            </a:r>
            <a:r>
              <a:rPr lang="en-US" sz="2100" b="0" i="0" u="none" strike="noStrike" cap="none" dirty="0" err="1">
                <a:solidFill>
                  <a:schemeClr val="dk1"/>
                </a:solidFill>
                <a:latin typeface="Open Sans"/>
                <a:ea typeface="Open Sans"/>
                <a:cs typeface="Open Sans"/>
                <a:sym typeface="Open Sans"/>
              </a:rPr>
              <a:t>ulpa</a:t>
            </a:r>
            <a:r>
              <a:rPr lang="en-US" sz="2100" b="0" i="0" u="none" strike="noStrike" cap="none" dirty="0">
                <a:solidFill>
                  <a:schemeClr val="dk1"/>
                </a:solidFill>
                <a:latin typeface="Open Sans"/>
                <a:ea typeface="Open Sans"/>
                <a:cs typeface="Open Sans"/>
                <a:sym typeface="Open Sans"/>
              </a:rPr>
              <a:t> et </a:t>
            </a:r>
            <a:r>
              <a:rPr lang="en-US" sz="2100" b="0" i="0" u="none" strike="noStrike" cap="none" dirty="0" err="1">
                <a:solidFill>
                  <a:schemeClr val="dk1"/>
                </a:solidFill>
                <a:latin typeface="Open Sans"/>
                <a:ea typeface="Open Sans"/>
                <a:cs typeface="Open Sans"/>
                <a:sym typeface="Open Sans"/>
              </a:rPr>
              <a:t>exped</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que</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provitatatur</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seque</a:t>
            </a:r>
            <a:r>
              <a:rPr lang="en-US" sz="2100" b="0" i="0" u="none" strike="noStrike" cap="none" dirty="0">
                <a:solidFill>
                  <a:schemeClr val="dk1"/>
                </a:solidFill>
                <a:latin typeface="Open Sans"/>
                <a:ea typeface="Open Sans"/>
                <a:cs typeface="Open Sans"/>
                <a:sym typeface="Open Sans"/>
              </a:rPr>
              <a:t> pro </a:t>
            </a:r>
            <a:r>
              <a:rPr lang="en-US" sz="2100" b="0" i="0" u="none" strike="noStrike" cap="none" dirty="0" err="1">
                <a:solidFill>
                  <a:schemeClr val="dk1"/>
                </a:solidFill>
                <a:latin typeface="Open Sans"/>
                <a:ea typeface="Open Sans"/>
                <a:cs typeface="Open Sans"/>
                <a:sym typeface="Open Sans"/>
              </a:rPr>
              <a:t>idi</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nos</a:t>
            </a:r>
            <a:r>
              <a:rPr lang="en-US" sz="2100" b="0" i="0" u="none" strike="noStrike" cap="none" dirty="0">
                <a:solidFill>
                  <a:schemeClr val="dk1"/>
                </a:solidFill>
                <a:latin typeface="Open Sans"/>
                <a:ea typeface="Open Sans"/>
                <a:cs typeface="Open Sans"/>
                <a:sym typeface="Open Sans"/>
              </a:rPr>
              <a:t> quid quo vent.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dirty="0">
                <a:solidFill>
                  <a:schemeClr val="dk1"/>
                </a:solidFill>
                <a:latin typeface="Open Sans"/>
                <a:ea typeface="Open Sans"/>
                <a:cs typeface="Open Sans"/>
                <a:sym typeface="Open Sans"/>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dirty="0">
                <a:solidFill>
                  <a:schemeClr val="dk1"/>
                </a:solidFill>
                <a:latin typeface="Open Sans"/>
                <a:ea typeface="Open Sans"/>
                <a:cs typeface="Open Sans"/>
                <a:sym typeface="Open Sans"/>
              </a:rPr>
              <a:t>Quia </a:t>
            </a:r>
            <a:r>
              <a:rPr lang="en-US" sz="2100" b="0" i="0" u="none" strike="noStrike" cap="none" dirty="0" err="1">
                <a:solidFill>
                  <a:schemeClr val="dk1"/>
                </a:solidFill>
                <a:latin typeface="Open Sans"/>
                <a:ea typeface="Open Sans"/>
                <a:cs typeface="Open Sans"/>
                <a:sym typeface="Open Sans"/>
              </a:rPr>
              <a:t>voluptat</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ut</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prae</a:t>
            </a:r>
            <a:r>
              <a:rPr lang="en-US" sz="2100" b="0" i="0" u="none" strike="noStrike" cap="none" dirty="0">
                <a:solidFill>
                  <a:schemeClr val="dk1"/>
                </a:solidFill>
                <a:latin typeface="Open Sans"/>
                <a:ea typeface="Open Sans"/>
                <a:cs typeface="Open Sans"/>
                <a:sym typeface="Open Sans"/>
              </a:rPr>
              <a:t>. Qui </a:t>
            </a:r>
            <a:r>
              <a:rPr lang="en-US" sz="2100" b="0" i="0" u="none" strike="noStrike" cap="none" dirty="0" err="1">
                <a:solidFill>
                  <a:schemeClr val="dk1"/>
                </a:solidFill>
                <a:latin typeface="Open Sans"/>
                <a:ea typeface="Open Sans"/>
                <a:cs typeface="Open Sans"/>
                <a:sym typeface="Open Sans"/>
              </a:rPr>
              <a:t>blatibu</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saecture</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ut</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volor</a:t>
            </a:r>
            <a:r>
              <a:rPr lang="en-US" sz="2100" b="0" i="0" u="none" strike="noStrike" cap="none" dirty="0">
                <a:solidFill>
                  <a:schemeClr val="dk1"/>
                </a:solidFill>
                <a:latin typeface="Open Sans"/>
                <a:ea typeface="Open Sans"/>
                <a:cs typeface="Open Sans"/>
                <a:sym typeface="Open Sans"/>
              </a:rPr>
              <a:t> as a </a:t>
            </a:r>
            <a:r>
              <a:rPr lang="en-US" sz="2100" b="0" i="0" u="none" strike="noStrike" cap="none" dirty="0" err="1">
                <a:solidFill>
                  <a:schemeClr val="dk1"/>
                </a:solidFill>
                <a:latin typeface="Open Sans"/>
                <a:ea typeface="Open Sans"/>
                <a:cs typeface="Open Sans"/>
                <a:sym typeface="Open Sans"/>
              </a:rPr>
              <a:t>audae</a:t>
            </a:r>
            <a:r>
              <a:rPr lang="en-US" sz="2100" b="0" i="0" u="none" strike="noStrike" cap="none" dirty="0">
                <a:solidFill>
                  <a:schemeClr val="dk1"/>
                </a:solidFill>
                <a:latin typeface="Open Sans"/>
                <a:ea typeface="Open Sans"/>
                <a:cs typeface="Open Sans"/>
                <a:sym typeface="Open Sans"/>
              </a:rPr>
              <a:t> es </a:t>
            </a:r>
            <a:r>
              <a:rPr lang="en-US" sz="2100" b="0" i="0" u="none" strike="noStrike" cap="none" dirty="0" err="1">
                <a:solidFill>
                  <a:schemeClr val="dk1"/>
                </a:solidFill>
                <a:latin typeface="Open Sans"/>
                <a:ea typeface="Open Sans"/>
                <a:cs typeface="Open Sans"/>
                <a:sym typeface="Open Sans"/>
              </a:rPr>
              <a:t>elenti</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quis</a:t>
            </a:r>
            <a:r>
              <a:rPr lang="en-US" sz="2100" b="0" i="0" u="none" strike="noStrike" cap="none" dirty="0">
                <a:solidFill>
                  <a:schemeClr val="dk1"/>
                </a:solidFill>
                <a:latin typeface="Open Sans"/>
                <a:ea typeface="Open Sans"/>
                <a:cs typeface="Open Sans"/>
                <a:sym typeface="Open Sans"/>
              </a:rPr>
              <a:t> qui </a:t>
            </a:r>
            <a:r>
              <a:rPr lang="en-US" sz="2100" b="0" i="0" u="none" strike="noStrike" cap="none" dirty="0" err="1">
                <a:solidFill>
                  <a:schemeClr val="dk1"/>
                </a:solidFill>
                <a:latin typeface="Open Sans"/>
                <a:ea typeface="Open Sans"/>
                <a:cs typeface="Open Sans"/>
                <a:sym typeface="Open Sans"/>
              </a:rPr>
              <a:t>tessum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faccuptatet</a:t>
            </a:r>
            <a:r>
              <a:rPr lang="en-US" sz="2100" b="0" i="0" u="none" strike="noStrike" cap="none" dirty="0">
                <a:solidFill>
                  <a:schemeClr val="dk1"/>
                </a:solidFill>
                <a:latin typeface="Open Sans"/>
                <a:ea typeface="Open Sans"/>
                <a:cs typeface="Open Sans"/>
                <a:sym typeface="Open Sans"/>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dirty="0">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dirty="0">
                <a:solidFill>
                  <a:schemeClr val="dk1"/>
                </a:solidFill>
                <a:latin typeface="Open Sans"/>
                <a:ea typeface="Open Sans"/>
                <a:cs typeface="Open Sans"/>
                <a:sym typeface="Open Sans"/>
              </a:rPr>
              <a:t>Suggested format for numbered list:</a:t>
            </a:r>
            <a:endParaRPr sz="1400" b="0" i="0" u="none" strike="noStrike" cap="none" dirty="0">
              <a:solidFill>
                <a:srgbClr val="000000"/>
              </a:solidFill>
              <a:latin typeface="Arial"/>
              <a:ea typeface="Arial"/>
              <a:cs typeface="Arial"/>
              <a:sym typeface="Arial"/>
            </a:endParaRPr>
          </a:p>
          <a:p>
            <a:pPr marL="0" marR="0" lvl="0" indent="-133350" algn="l" rtl="0">
              <a:lnSpc>
                <a:spcPct val="100000"/>
              </a:lnSpc>
              <a:spcBef>
                <a:spcPts val="0"/>
              </a:spcBef>
              <a:spcAft>
                <a:spcPts val="0"/>
              </a:spcAft>
              <a:buClr>
                <a:schemeClr val="dk1"/>
              </a:buClr>
              <a:buSzPts val="2100"/>
              <a:buFont typeface="Open Sans"/>
              <a:buAutoNum type="arabicPlain"/>
            </a:pPr>
            <a:r>
              <a:rPr lang="en-US" sz="2100" b="0" i="0" u="none" strike="noStrike" cap="none" dirty="0" err="1">
                <a:solidFill>
                  <a:schemeClr val="dk1"/>
                </a:solidFill>
                <a:latin typeface="Open Sans"/>
                <a:ea typeface="Open Sans"/>
                <a:cs typeface="Open Sans"/>
                <a:sym typeface="Open Sans"/>
              </a:rPr>
              <a:t>Auditius</a:t>
            </a:r>
            <a:endParaRPr sz="1400" b="0" i="0" u="none" strike="noStrike" cap="none" dirty="0">
              <a:solidFill>
                <a:srgbClr val="000000"/>
              </a:solidFill>
              <a:latin typeface="Arial"/>
              <a:ea typeface="Arial"/>
              <a:cs typeface="Arial"/>
              <a:sym typeface="Arial"/>
            </a:endParaRPr>
          </a:p>
          <a:p>
            <a:pPr marL="0" marR="0" lvl="0" indent="-133350" algn="l" rtl="0">
              <a:lnSpc>
                <a:spcPct val="100000"/>
              </a:lnSpc>
              <a:spcBef>
                <a:spcPts val="0"/>
              </a:spcBef>
              <a:spcAft>
                <a:spcPts val="0"/>
              </a:spcAft>
              <a:buClr>
                <a:schemeClr val="dk1"/>
              </a:buClr>
              <a:buSzPts val="2100"/>
              <a:buFont typeface="Open Sans"/>
              <a:buAutoNum type="arabicPlain"/>
            </a:pPr>
            <a:r>
              <a:rPr lang="en-US" sz="2100" b="0" i="0" u="none" strike="noStrike" cap="none" dirty="0" err="1">
                <a:solidFill>
                  <a:schemeClr val="dk1"/>
                </a:solidFill>
                <a:latin typeface="Open Sans"/>
                <a:ea typeface="Open Sans"/>
                <a:cs typeface="Open Sans"/>
                <a:sym typeface="Open Sans"/>
              </a:rPr>
              <a:t>dolupta</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tatumquae</a:t>
            </a:r>
            <a:r>
              <a:rPr lang="en-US" sz="2100" b="0" i="0" u="none" strike="noStrike" cap="none" dirty="0">
                <a:solidFill>
                  <a:schemeClr val="dk1"/>
                </a:solidFill>
                <a:latin typeface="Open Sans"/>
                <a:ea typeface="Open Sans"/>
                <a:cs typeface="Open Sans"/>
                <a:sym typeface="Open Sans"/>
              </a:rPr>
              <a:t> </a:t>
            </a:r>
            <a:endParaRPr sz="1400" b="0" i="0" u="none" strike="noStrike" cap="none" dirty="0">
              <a:solidFill>
                <a:srgbClr val="000000"/>
              </a:solidFill>
              <a:latin typeface="Arial"/>
              <a:ea typeface="Arial"/>
              <a:cs typeface="Arial"/>
              <a:sym typeface="Arial"/>
            </a:endParaRPr>
          </a:p>
          <a:p>
            <a:pPr marL="0" marR="0" lvl="0" indent="-133350" algn="l" rtl="0">
              <a:lnSpc>
                <a:spcPct val="100000"/>
              </a:lnSpc>
              <a:spcBef>
                <a:spcPts val="0"/>
              </a:spcBef>
              <a:spcAft>
                <a:spcPts val="0"/>
              </a:spcAft>
              <a:buClr>
                <a:schemeClr val="dk1"/>
              </a:buClr>
              <a:buSzPts val="2100"/>
              <a:buFont typeface="Open Sans"/>
              <a:buAutoNum type="arabicPlain"/>
            </a:pPr>
            <a:r>
              <a:rPr lang="en-US" sz="2100" b="0" i="0" u="none" strike="noStrike" cap="none" dirty="0" err="1">
                <a:solidFill>
                  <a:schemeClr val="dk1"/>
                </a:solidFill>
                <a:latin typeface="Open Sans"/>
                <a:ea typeface="Open Sans"/>
                <a:cs typeface="Open Sans"/>
                <a:sym typeface="Open Sans"/>
              </a:rPr>
              <a:t>Auditius</a:t>
            </a:r>
            <a:endParaRPr sz="1400" b="0" i="0" u="none" strike="noStrike" cap="none" dirty="0">
              <a:solidFill>
                <a:srgbClr val="000000"/>
              </a:solidFill>
              <a:latin typeface="Arial"/>
              <a:ea typeface="Arial"/>
              <a:cs typeface="Arial"/>
              <a:sym typeface="Arial"/>
            </a:endParaRPr>
          </a:p>
          <a:p>
            <a:pPr marL="0" marR="0" lvl="0" indent="-133350" algn="l" rtl="0">
              <a:lnSpc>
                <a:spcPct val="100000"/>
              </a:lnSpc>
              <a:spcBef>
                <a:spcPts val="0"/>
              </a:spcBef>
              <a:spcAft>
                <a:spcPts val="0"/>
              </a:spcAft>
              <a:buClr>
                <a:schemeClr val="dk1"/>
              </a:buClr>
              <a:buSzPts val="2100"/>
              <a:buFont typeface="Open Sans"/>
              <a:buAutoNum type="arabicPlain" startAt="3"/>
            </a:pPr>
            <a:r>
              <a:rPr lang="en-US" sz="2100" b="0" i="0" u="none" strike="noStrike" cap="none" dirty="0" err="1">
                <a:solidFill>
                  <a:schemeClr val="dk1"/>
                </a:solidFill>
                <a:latin typeface="Open Sans"/>
                <a:ea typeface="Open Sans"/>
                <a:cs typeface="Open Sans"/>
                <a:sym typeface="Open Sans"/>
              </a:rPr>
              <a:t>nusdantent</a:t>
            </a:r>
            <a:r>
              <a:rPr lang="en-US" sz="2100" b="0" i="0" u="none" strike="noStrike" cap="none" dirty="0">
                <a:solidFill>
                  <a:schemeClr val="dk1"/>
                </a:solidFill>
                <a:latin typeface="Open Sans"/>
                <a:ea typeface="Open Sans"/>
                <a:cs typeface="Open Sans"/>
                <a:sym typeface="Open Sans"/>
              </a:rPr>
              <a:t> </a:t>
            </a:r>
            <a:endParaRPr sz="1400" b="0" i="0" u="none" strike="noStrike" cap="none" dirty="0">
              <a:solidFill>
                <a:srgbClr val="000000"/>
              </a:solidFill>
              <a:latin typeface="Arial"/>
              <a:ea typeface="Arial"/>
              <a:cs typeface="Arial"/>
              <a:sym typeface="Arial"/>
            </a:endParaRPr>
          </a:p>
          <a:p>
            <a:pPr marL="0" marR="0" lvl="0" indent="-133350" algn="l" rtl="0">
              <a:lnSpc>
                <a:spcPct val="100000"/>
              </a:lnSpc>
              <a:spcBef>
                <a:spcPts val="0"/>
              </a:spcBef>
              <a:spcAft>
                <a:spcPts val="0"/>
              </a:spcAft>
              <a:buClr>
                <a:schemeClr val="dk1"/>
              </a:buClr>
              <a:buSzPts val="2100"/>
              <a:buFont typeface="Arial"/>
              <a:buAutoNum type="arabicPlain" startAt="3"/>
            </a:pPr>
            <a:r>
              <a:rPr lang="en-US" sz="2100" b="0" i="0" u="none" strike="noStrike" cap="none" dirty="0" err="1">
                <a:solidFill>
                  <a:schemeClr val="dk1"/>
                </a:solidFill>
                <a:latin typeface="Arial"/>
                <a:ea typeface="Arial"/>
                <a:cs typeface="Arial"/>
                <a:sym typeface="Arial"/>
              </a:rPr>
              <a:t>nonsectius</a:t>
            </a:r>
            <a:r>
              <a:rPr lang="en-US" sz="2100" b="0" i="0" u="none" strike="noStrike" cap="none" dirty="0">
                <a:solidFill>
                  <a:schemeClr val="dk1"/>
                </a:solidFill>
                <a:latin typeface="Arial"/>
                <a:ea typeface="Arial"/>
                <a:cs typeface="Arial"/>
                <a:sym typeface="Arial"/>
              </a:rPr>
              <a:t> re </a:t>
            </a:r>
            <a:r>
              <a:rPr lang="en-US" sz="2100" b="0" i="0" u="none" strike="noStrike" cap="none" dirty="0" err="1">
                <a:solidFill>
                  <a:schemeClr val="dk1"/>
                </a:solidFill>
                <a:latin typeface="Arial"/>
                <a:ea typeface="Arial"/>
                <a:cs typeface="Arial"/>
                <a:sym typeface="Arial"/>
              </a:rPr>
              <a:t>sumque</a:t>
            </a:r>
            <a:r>
              <a:rPr lang="en-US" sz="2100" b="0" i="0" u="none" strike="noStrike" cap="none" dirty="0">
                <a:solidFill>
                  <a:schemeClr val="dk1"/>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dirty="0">
                <a:solidFill>
                  <a:schemeClr val="dk1"/>
                </a:solidFill>
                <a:latin typeface="Open Sans"/>
                <a:ea typeface="Open Sans"/>
                <a:cs typeface="Open Sans"/>
                <a:sym typeface="Open Sans"/>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dirty="0" err="1">
                <a:solidFill>
                  <a:schemeClr val="dk1"/>
                </a:solidFill>
                <a:latin typeface="Arial"/>
                <a:ea typeface="Arial"/>
                <a:cs typeface="Arial"/>
                <a:sym typeface="Arial"/>
              </a:rPr>
              <a:t>Uciam</a:t>
            </a:r>
            <a:r>
              <a:rPr lang="en-US" sz="2100" b="0" i="0" u="none" strike="noStrike" cap="none" dirty="0">
                <a:solidFill>
                  <a:schemeClr val="dk1"/>
                </a:solidFill>
                <a:latin typeface="Arial"/>
                <a:ea typeface="Arial"/>
                <a:cs typeface="Arial"/>
                <a:sym typeface="Arial"/>
              </a:rPr>
              <a:t> </a:t>
            </a:r>
            <a:r>
              <a:rPr lang="en-US" sz="2100" b="0" i="0" u="none" strike="noStrike" cap="none" dirty="0" err="1">
                <a:solidFill>
                  <a:schemeClr val="dk1"/>
                </a:solidFill>
                <a:latin typeface="Arial"/>
                <a:ea typeface="Arial"/>
                <a:cs typeface="Arial"/>
                <a:sym typeface="Arial"/>
              </a:rPr>
              <a:t>que</a:t>
            </a:r>
            <a:r>
              <a:rPr lang="en-US" sz="2100" b="0" i="0" u="none" strike="noStrike" cap="none" dirty="0">
                <a:solidFill>
                  <a:schemeClr val="dk1"/>
                </a:solidFill>
                <a:latin typeface="Arial"/>
                <a:ea typeface="Arial"/>
                <a:cs typeface="Arial"/>
                <a:sym typeface="Arial"/>
              </a:rPr>
              <a:t> nit vit </a:t>
            </a:r>
            <a:r>
              <a:rPr lang="en-US" sz="2100" b="0" i="0" u="none" strike="noStrike" cap="none" dirty="0" err="1">
                <a:solidFill>
                  <a:schemeClr val="dk1"/>
                </a:solidFill>
                <a:latin typeface="Arial"/>
                <a:ea typeface="Arial"/>
                <a:cs typeface="Arial"/>
                <a:sym typeface="Arial"/>
              </a:rPr>
              <a:t>etusand</a:t>
            </a:r>
            <a:r>
              <a:rPr lang="en-US" sz="2100" b="0" i="0" u="none" strike="noStrike" cap="none" dirty="0">
                <a:solidFill>
                  <a:schemeClr val="dk1"/>
                </a:solidFill>
                <a:latin typeface="Arial"/>
                <a:ea typeface="Arial"/>
                <a:cs typeface="Arial"/>
                <a:sym typeface="Arial"/>
              </a:rPr>
              <a:t> </a:t>
            </a:r>
            <a:r>
              <a:rPr lang="en-US" sz="2100" b="0" i="0" u="none" strike="noStrike" cap="none" dirty="0" err="1">
                <a:solidFill>
                  <a:schemeClr val="dk1"/>
                </a:solidFill>
                <a:latin typeface="Arial"/>
                <a:ea typeface="Arial"/>
                <a:cs typeface="Arial"/>
                <a:sym typeface="Arial"/>
              </a:rPr>
              <a:t>andam</a:t>
            </a:r>
            <a:r>
              <a:rPr lang="en-US" sz="2100" b="0" i="0" u="none" strike="noStrike" cap="none" dirty="0">
                <a:solidFill>
                  <a:schemeClr val="dk1"/>
                </a:solidFill>
                <a:latin typeface="Arial"/>
                <a:ea typeface="Arial"/>
                <a:cs typeface="Arial"/>
                <a:sym typeface="Arial"/>
              </a:rPr>
              <a:t>, </a:t>
            </a:r>
            <a:r>
              <a:rPr lang="en-US" sz="2100" b="0" i="0" u="none" strike="noStrike" cap="none" dirty="0" err="1">
                <a:solidFill>
                  <a:schemeClr val="dk1"/>
                </a:solidFill>
                <a:latin typeface="Arial"/>
                <a:ea typeface="Arial"/>
                <a:cs typeface="Arial"/>
                <a:sym typeface="Arial"/>
              </a:rPr>
              <a:t>torae</a:t>
            </a:r>
            <a:r>
              <a:rPr lang="en-US" sz="2100" b="0" i="0" u="none" strike="noStrike" cap="none" dirty="0">
                <a:solidFill>
                  <a:schemeClr val="dk1"/>
                </a:solidFill>
                <a:latin typeface="Arial"/>
                <a:ea typeface="Arial"/>
                <a:cs typeface="Arial"/>
                <a:sym typeface="Arial"/>
              </a:rPr>
              <a:t> </a:t>
            </a:r>
            <a:r>
              <a:rPr lang="en-US" sz="2100" b="0" i="0" u="none" strike="noStrike" cap="none" dirty="0" err="1">
                <a:solidFill>
                  <a:schemeClr val="dk1"/>
                </a:solidFill>
                <a:latin typeface="Arial"/>
                <a:ea typeface="Arial"/>
                <a:cs typeface="Arial"/>
                <a:sym typeface="Arial"/>
              </a:rPr>
              <a:t>consequam</a:t>
            </a:r>
            <a:r>
              <a:rPr lang="en-US" sz="2100" b="0" i="0" u="none" strike="noStrike" cap="none" dirty="0">
                <a:solidFill>
                  <a:schemeClr val="dk1"/>
                </a:solidFill>
                <a:latin typeface="Arial"/>
                <a:ea typeface="Arial"/>
                <a:cs typeface="Arial"/>
                <a:sym typeface="Arial"/>
              </a:rPr>
              <a:t> </a:t>
            </a:r>
            <a:r>
              <a:rPr lang="en-US" sz="2100" b="0" i="0" u="none" strike="noStrike" cap="none" dirty="0" err="1">
                <a:solidFill>
                  <a:schemeClr val="dk1"/>
                </a:solidFill>
                <a:latin typeface="Arial"/>
                <a:ea typeface="Arial"/>
                <a:cs typeface="Arial"/>
                <a:sym typeface="Arial"/>
              </a:rPr>
              <a:t>haruntis</a:t>
            </a:r>
            <a:r>
              <a:rPr lang="en-US" sz="2100" b="0" i="0" u="none" strike="noStrike" cap="none" dirty="0">
                <a:solidFill>
                  <a:schemeClr val="dk1"/>
                </a:solidFill>
                <a:latin typeface="Arial"/>
                <a:ea typeface="Arial"/>
                <a:cs typeface="Arial"/>
                <a:sym typeface="Arial"/>
              </a:rPr>
              <a:t> et </a:t>
            </a:r>
            <a:r>
              <a:rPr lang="en-US" sz="2100" b="0" i="0" u="none" strike="noStrike" cap="none" dirty="0" err="1">
                <a:solidFill>
                  <a:schemeClr val="dk1"/>
                </a:solidFill>
                <a:latin typeface="Arial"/>
                <a:ea typeface="Arial"/>
                <a:cs typeface="Arial"/>
                <a:sym typeface="Arial"/>
              </a:rPr>
              <a:t>hiciisi</a:t>
            </a:r>
            <a:r>
              <a:rPr lang="en-US" sz="2100" b="0" i="0" u="none" strike="noStrike" cap="none" dirty="0">
                <a:solidFill>
                  <a:schemeClr val="dk1"/>
                </a:solidFill>
                <a:latin typeface="Arial"/>
                <a:ea typeface="Arial"/>
                <a:cs typeface="Arial"/>
                <a:sym typeface="Arial"/>
              </a:rPr>
              <a:t> </a:t>
            </a:r>
            <a:r>
              <a:rPr lang="en-US" sz="2100" b="0" i="0" u="none" strike="noStrike" cap="none" dirty="0" err="1">
                <a:solidFill>
                  <a:schemeClr val="dk1"/>
                </a:solidFill>
                <a:latin typeface="Arial"/>
                <a:ea typeface="Arial"/>
                <a:cs typeface="Arial"/>
                <a:sym typeface="Arial"/>
              </a:rPr>
              <a:t>nonsectius</a:t>
            </a:r>
            <a:r>
              <a:rPr lang="en-US" sz="2100" b="0" i="0" u="none" strike="noStrike" cap="none" dirty="0">
                <a:solidFill>
                  <a:schemeClr val="dk1"/>
                </a:solidFill>
                <a:latin typeface="Arial"/>
                <a:ea typeface="Arial"/>
                <a:cs typeface="Arial"/>
                <a:sym typeface="Arial"/>
              </a:rPr>
              <a:t> re </a:t>
            </a:r>
            <a:r>
              <a:rPr lang="en-US" sz="2100" b="0" i="0" u="none" strike="noStrike" cap="none" dirty="0" err="1">
                <a:solidFill>
                  <a:schemeClr val="dk1"/>
                </a:solidFill>
                <a:latin typeface="Arial"/>
                <a:ea typeface="Arial"/>
                <a:cs typeface="Arial"/>
                <a:sym typeface="Arial"/>
              </a:rPr>
              <a:t>sumque</a:t>
            </a:r>
            <a:r>
              <a:rPr lang="en-US" sz="2100" b="0" i="0" u="none" strike="noStrike" cap="none" dirty="0">
                <a:solidFill>
                  <a:schemeClr val="dk1"/>
                </a:solidFill>
                <a:latin typeface="Arial"/>
                <a:ea typeface="Arial"/>
                <a:cs typeface="Arial"/>
                <a:sym typeface="Arial"/>
              </a:rPr>
              <a:t>.</a:t>
            </a:r>
            <a:endParaRPr sz="3000" b="1" i="0" u="none" strike="noStrike" cap="none" dirty="0">
              <a:solidFill>
                <a:srgbClr val="CC3300"/>
              </a:solidFill>
              <a:latin typeface="Arial"/>
              <a:ea typeface="Arial"/>
              <a:cs typeface="Arial"/>
              <a:sym typeface="Arial"/>
            </a:endParaRPr>
          </a:p>
        </p:txBody>
      </p:sp>
      <p:sp>
        <p:nvSpPr>
          <p:cNvPr id="340" name="Google Shape;340;p1"/>
          <p:cNvSpPr/>
          <p:nvPr/>
        </p:nvSpPr>
        <p:spPr>
          <a:xfrm>
            <a:off x="12348164" y="22123399"/>
            <a:ext cx="9282235" cy="6618425"/>
          </a:xfrm>
          <a:prstGeom prst="rect">
            <a:avLst/>
          </a:prstGeom>
          <a:solidFill>
            <a:srgbClr val="EEEEEE"/>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450"/>
              <a:buFont typeface="Arial"/>
              <a:buNone/>
            </a:pPr>
            <a:endParaRPr sz="6450" b="0" i="0" u="none" strike="noStrike" cap="none">
              <a:solidFill>
                <a:schemeClr val="dk1"/>
              </a:solidFill>
              <a:latin typeface="Arial"/>
              <a:ea typeface="Arial"/>
              <a:cs typeface="Arial"/>
              <a:sym typeface="Arial"/>
            </a:endParaRPr>
          </a:p>
        </p:txBody>
      </p:sp>
      <p:sp>
        <p:nvSpPr>
          <p:cNvPr id="343" name="Google Shape;343;p1"/>
          <p:cNvSpPr/>
          <p:nvPr/>
        </p:nvSpPr>
        <p:spPr>
          <a:xfrm>
            <a:off x="12348164" y="13030200"/>
            <a:ext cx="9282235" cy="6781006"/>
          </a:xfrm>
          <a:prstGeom prst="rect">
            <a:avLst/>
          </a:prstGeom>
          <a:solidFill>
            <a:srgbClr val="EEEEEE"/>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450"/>
              <a:buFont typeface="Arial"/>
              <a:buNone/>
            </a:pPr>
            <a:endParaRPr sz="6450" b="0" i="0" u="none" strike="noStrike" cap="none">
              <a:solidFill>
                <a:schemeClr val="dk1"/>
              </a:solidFill>
              <a:latin typeface="Arial"/>
              <a:ea typeface="Arial"/>
              <a:cs typeface="Arial"/>
              <a:sym typeface="Arial"/>
            </a:endParaRPr>
          </a:p>
        </p:txBody>
      </p:sp>
      <p:sp>
        <p:nvSpPr>
          <p:cNvPr id="344" name="Google Shape;344;p1"/>
          <p:cNvSpPr txBox="1"/>
          <p:nvPr/>
        </p:nvSpPr>
        <p:spPr>
          <a:xfrm>
            <a:off x="12718766" y="20189031"/>
            <a:ext cx="8972108" cy="734302"/>
          </a:xfrm>
          <a:prstGeom prst="rect">
            <a:avLst/>
          </a:prstGeom>
          <a:noFill/>
          <a:ln>
            <a:noFill/>
          </a:ln>
        </p:spPr>
        <p:txBody>
          <a:bodyPr spcFirstLastPara="1" wrap="square" lIns="135000" tIns="135000" rIns="135000" bIns="1350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latin typeface="Open Sans"/>
                <a:ea typeface="Open Sans"/>
                <a:cs typeface="Open Sans"/>
                <a:sym typeface="Open Sans"/>
              </a:rPr>
              <a:t>This is the suggested format for captions.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latin typeface="Open Sans"/>
                <a:ea typeface="Open Sans"/>
                <a:cs typeface="Open Sans"/>
                <a:sym typeface="Open Sans"/>
              </a:rPr>
              <a:t>Duis autem vel </a:t>
            </a:r>
            <a:r>
              <a:rPr lang="en-US" sz="1500" b="0" i="0" u="none" strike="noStrike" cap="none" dirty="0" err="1">
                <a:solidFill>
                  <a:schemeClr val="dk1"/>
                </a:solidFill>
                <a:latin typeface="Open Sans"/>
                <a:ea typeface="Open Sans"/>
                <a:cs typeface="Open Sans"/>
                <a:sym typeface="Open Sans"/>
              </a:rPr>
              <a:t>eum</a:t>
            </a:r>
            <a:r>
              <a:rPr lang="en-US" sz="1500" b="0" i="0" u="none" strike="noStrike" cap="none" dirty="0">
                <a:solidFill>
                  <a:schemeClr val="dk1"/>
                </a:solidFill>
                <a:latin typeface="Open Sans"/>
                <a:ea typeface="Open Sans"/>
                <a:cs typeface="Open Sans"/>
                <a:sym typeface="Open Sans"/>
              </a:rPr>
              <a:t> </a:t>
            </a:r>
            <a:r>
              <a:rPr lang="en-US" sz="1500" b="0" i="0" u="none" strike="noStrike" cap="none" dirty="0" err="1">
                <a:solidFill>
                  <a:schemeClr val="dk1"/>
                </a:solidFill>
                <a:latin typeface="Open Sans"/>
                <a:ea typeface="Open Sans"/>
                <a:cs typeface="Open Sans"/>
                <a:sym typeface="Open Sans"/>
              </a:rPr>
              <a:t>iriure</a:t>
            </a:r>
            <a:r>
              <a:rPr lang="en-US" sz="1500" b="0" i="0" u="none" strike="noStrike" cap="none" dirty="0">
                <a:solidFill>
                  <a:schemeClr val="dk1"/>
                </a:solidFill>
                <a:latin typeface="Open Sans"/>
                <a:ea typeface="Open Sans"/>
                <a:cs typeface="Open Sans"/>
                <a:sym typeface="Open Sans"/>
              </a:rPr>
              <a:t> dolor in </a:t>
            </a:r>
            <a:r>
              <a:rPr lang="en-US" sz="1500" b="0" i="0" u="none" strike="noStrike" cap="none" dirty="0" err="1">
                <a:solidFill>
                  <a:schemeClr val="dk1"/>
                </a:solidFill>
                <a:latin typeface="Open Sans"/>
                <a:ea typeface="Open Sans"/>
                <a:cs typeface="Open Sans"/>
                <a:sym typeface="Open Sans"/>
              </a:rPr>
              <a:t>hendrerit</a:t>
            </a:r>
            <a:r>
              <a:rPr lang="en-US" sz="1500" b="0" i="0" u="none" strike="noStrike" cap="none" dirty="0">
                <a:solidFill>
                  <a:schemeClr val="dk1"/>
                </a:solidFill>
                <a:latin typeface="Open Sans"/>
                <a:ea typeface="Open Sans"/>
                <a:cs typeface="Open Sans"/>
                <a:sym typeface="Open Sans"/>
              </a:rPr>
              <a:t> in </a:t>
            </a:r>
            <a:r>
              <a:rPr lang="en-US" sz="1500" b="0" i="0" u="none" strike="noStrike" cap="none" dirty="0" err="1">
                <a:solidFill>
                  <a:schemeClr val="dk1"/>
                </a:solidFill>
                <a:latin typeface="Open Sans"/>
                <a:ea typeface="Open Sans"/>
                <a:cs typeface="Open Sans"/>
                <a:sym typeface="Open Sans"/>
              </a:rPr>
              <a:t>vulputate</a:t>
            </a:r>
            <a:r>
              <a:rPr lang="en-US" sz="1500" b="0" i="0" u="none" strike="noStrike" cap="none" dirty="0">
                <a:solidFill>
                  <a:schemeClr val="dk1"/>
                </a:solidFill>
                <a:latin typeface="Open Sans"/>
                <a:ea typeface="Open Sans"/>
                <a:cs typeface="Open Sans"/>
                <a:sym typeface="Open Sans"/>
              </a:rPr>
              <a:t> </a:t>
            </a:r>
            <a:r>
              <a:rPr lang="en-US" sz="1500" b="0" i="0" u="none" strike="noStrike" cap="none" dirty="0" err="1">
                <a:solidFill>
                  <a:schemeClr val="dk1"/>
                </a:solidFill>
                <a:latin typeface="Open Sans"/>
                <a:ea typeface="Open Sans"/>
                <a:cs typeface="Open Sans"/>
                <a:sym typeface="Open Sans"/>
              </a:rPr>
              <a:t>velit</a:t>
            </a:r>
            <a:r>
              <a:rPr lang="en-US" sz="1500" b="0" i="0" u="none" strike="noStrike" cap="none" dirty="0">
                <a:solidFill>
                  <a:schemeClr val="dk1"/>
                </a:solidFill>
                <a:latin typeface="Open Sans"/>
                <a:ea typeface="Open Sans"/>
                <a:cs typeface="Open Sans"/>
                <a:sym typeface="Open Sans"/>
              </a:rPr>
              <a:t> esse </a:t>
            </a:r>
            <a:r>
              <a:rPr lang="en-US" sz="1500" b="0" i="0" u="none" strike="noStrike" cap="none" dirty="0" err="1">
                <a:solidFill>
                  <a:schemeClr val="dk1"/>
                </a:solidFill>
                <a:latin typeface="Open Sans"/>
                <a:ea typeface="Open Sans"/>
                <a:cs typeface="Open Sans"/>
                <a:sym typeface="Open Sans"/>
              </a:rPr>
              <a:t>molestie</a:t>
            </a:r>
            <a:r>
              <a:rPr lang="en-US" sz="1500" b="0" i="0" u="none" strike="noStrike" cap="none" dirty="0">
                <a:solidFill>
                  <a:schemeClr val="dk1"/>
                </a:solidFill>
                <a:latin typeface="Open Sans"/>
                <a:ea typeface="Open Sans"/>
                <a:cs typeface="Open Sans"/>
                <a:sym typeface="Open Sans"/>
              </a:rPr>
              <a:t> </a:t>
            </a:r>
            <a:r>
              <a:rPr lang="en-US" sz="1500" b="0" i="0" u="none" strike="noStrike" cap="none" dirty="0" err="1">
                <a:solidFill>
                  <a:schemeClr val="dk1"/>
                </a:solidFill>
                <a:latin typeface="Open Sans"/>
                <a:ea typeface="Open Sans"/>
                <a:cs typeface="Open Sans"/>
                <a:sym typeface="Open Sans"/>
              </a:rPr>
              <a:t>consequat</a:t>
            </a:r>
            <a:r>
              <a:rPr lang="en-US" sz="1500" b="0" i="0" u="none" strike="noStrike" cap="none" dirty="0">
                <a:solidFill>
                  <a:schemeClr val="dk1"/>
                </a:solidFill>
                <a:latin typeface="Open Sans"/>
                <a:ea typeface="Open Sans"/>
                <a:cs typeface="Open Sans"/>
                <a:sym typeface="Open Sans"/>
              </a:rPr>
              <a:t>.</a:t>
            </a:r>
            <a:endParaRPr sz="1500" b="0" i="0" u="none" strike="noStrike" cap="none" dirty="0">
              <a:solidFill>
                <a:schemeClr val="dk1"/>
              </a:solidFill>
              <a:latin typeface="Open Sans"/>
              <a:ea typeface="Open Sans"/>
              <a:cs typeface="Open Sans"/>
              <a:sym typeface="Open Sans"/>
            </a:endParaRPr>
          </a:p>
        </p:txBody>
      </p:sp>
      <p:sp>
        <p:nvSpPr>
          <p:cNvPr id="346" name="Google Shape;346;p1"/>
          <p:cNvSpPr/>
          <p:nvPr/>
        </p:nvSpPr>
        <p:spPr>
          <a:xfrm>
            <a:off x="32688500" y="24472658"/>
            <a:ext cx="9201300" cy="3589500"/>
          </a:xfrm>
          <a:prstGeom prst="rect">
            <a:avLst/>
          </a:prstGeom>
          <a:solidFill>
            <a:schemeClr val="lt1"/>
          </a:solidFill>
          <a:ln>
            <a:noFill/>
          </a:ln>
        </p:spPr>
        <p:txBody>
          <a:bodyPr spcFirstLastPara="1" wrap="square" lIns="270000" tIns="270000" rIns="270000" bIns="27000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rgbClr val="501214"/>
                </a:solidFill>
                <a:latin typeface="Open Sans ExtraBold"/>
                <a:ea typeface="Open Sans ExtraBold"/>
                <a:cs typeface="Open Sans ExtraBold"/>
                <a:sym typeface="Open Sans ExtraBold"/>
              </a:rPr>
              <a:t>References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a:ea typeface="Open Sans"/>
                <a:cs typeface="Open Sans"/>
                <a:sym typeface="Open Sans"/>
              </a:rPr>
              <a:t>Ossus volupicabore et iminciae nitati diaeculpa cumquo omnihil et, occulpa venient ab ilibusam volectes vellic tori sitiusam inciis net voluptatiis.</a:t>
            </a:r>
            <a:endParaRPr sz="1400" b="0" i="0" u="none" strike="noStrike" cap="none">
              <a:solidFill>
                <a:srgbClr val="000000"/>
              </a:solidFill>
              <a:latin typeface="Arial"/>
              <a:ea typeface="Arial"/>
              <a:cs typeface="Arial"/>
              <a:sym typeface="Arial"/>
            </a:endParaRPr>
          </a:p>
        </p:txBody>
      </p:sp>
      <p:sp>
        <p:nvSpPr>
          <p:cNvPr id="347" name="Google Shape;347;p1"/>
          <p:cNvSpPr/>
          <p:nvPr/>
        </p:nvSpPr>
        <p:spPr>
          <a:xfrm>
            <a:off x="32624475" y="17310500"/>
            <a:ext cx="9201300" cy="6570900"/>
          </a:xfrm>
          <a:prstGeom prst="rect">
            <a:avLst/>
          </a:prstGeom>
          <a:solidFill>
            <a:schemeClr val="lt1"/>
          </a:solidFill>
          <a:ln>
            <a:noFill/>
          </a:ln>
        </p:spPr>
        <p:txBody>
          <a:bodyPr spcFirstLastPara="1" wrap="square" lIns="270000" tIns="270000" rIns="270000" bIns="27000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rgbClr val="501214"/>
                </a:solidFill>
                <a:latin typeface="Open Sans ExtraBold"/>
                <a:ea typeface="Open Sans ExtraBold"/>
                <a:cs typeface="Open Sans ExtraBold"/>
                <a:sym typeface="Open Sans ExtraBold"/>
              </a:rPr>
              <a:t>Conclusion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a:ea typeface="Open Sans"/>
                <a:cs typeface="Open Sans"/>
                <a:sym typeface="Open Sans"/>
              </a:rPr>
              <a:t>Ossus volupicabore et iminciae nitati diaeculpa cumquo omnihil et, occulpa venient ab ilibusam volectes vellic tori sitiusam inciis net voluptatiis auditius dem venimu, ium eatius doluptaium eatius dolupta tatumquae num eos im fugitis ipienimet estisit, que con nonsequi culluptia as dis consequatem qui aliqui doluptatum.</a:t>
            </a:r>
            <a:endParaRPr sz="1400" b="0" i="0" u="none" strike="noStrike" cap="none">
              <a:solidFill>
                <a:srgbClr val="000000"/>
              </a:solidFill>
              <a:latin typeface="Arial"/>
              <a:ea typeface="Arial"/>
              <a:cs typeface="Arial"/>
              <a:sym typeface="Arial"/>
            </a:endParaRPr>
          </a:p>
        </p:txBody>
      </p:sp>
      <p:sp>
        <p:nvSpPr>
          <p:cNvPr id="348" name="Google Shape;348;p1"/>
          <p:cNvSpPr/>
          <p:nvPr/>
        </p:nvSpPr>
        <p:spPr>
          <a:xfrm>
            <a:off x="32624475" y="3733750"/>
            <a:ext cx="9201300" cy="13029000"/>
          </a:xfrm>
          <a:prstGeom prst="rect">
            <a:avLst/>
          </a:prstGeom>
          <a:solidFill>
            <a:schemeClr val="lt1"/>
          </a:solidFill>
          <a:ln>
            <a:noFill/>
          </a:ln>
        </p:spPr>
        <p:txBody>
          <a:bodyPr spcFirstLastPara="1" wrap="square" lIns="270000" tIns="270000" rIns="270000" bIns="270000" anchor="t" anchorCtr="0">
            <a:noAutofit/>
          </a:bodyPr>
          <a:lstStyle/>
          <a:p>
            <a:pPr lvl="0">
              <a:buSzPts val="3000"/>
            </a:pPr>
            <a:r>
              <a:rPr lang="en-US" sz="3000" dirty="0">
                <a:solidFill>
                  <a:srgbClr val="501214"/>
                </a:solidFill>
                <a:latin typeface="Open Sans ExtraBold"/>
                <a:ea typeface="Open Sans ExtraBold"/>
                <a:cs typeface="Open Sans ExtraBold"/>
                <a:sym typeface="Open Sans ExtraBold"/>
              </a:rPr>
              <a:t>Discussion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1050"/>
              </a:spcBef>
              <a:spcAft>
                <a:spcPts val="0"/>
              </a:spcAft>
              <a:buClr>
                <a:srgbClr val="000000"/>
              </a:buClr>
              <a:buSzPts val="2100"/>
              <a:buFont typeface="Arial"/>
              <a:buNone/>
            </a:pPr>
            <a:r>
              <a:rPr lang="en-US" sz="2100" b="0" i="0" u="none" strike="noStrike" cap="none" dirty="0" err="1">
                <a:solidFill>
                  <a:schemeClr val="dk1"/>
                </a:solidFill>
                <a:latin typeface="Open Sans ExtraBold"/>
                <a:ea typeface="Open Sans ExtraBold"/>
                <a:cs typeface="Open Sans ExtraBold"/>
                <a:sym typeface="Open Sans ExtraBold"/>
              </a:rPr>
              <a:t>Subheader</a:t>
            </a:r>
            <a:endParaRPr sz="2100" b="0" i="0" u="none" strike="noStrike" cap="none" dirty="0">
              <a:solidFill>
                <a:schemeClr val="dk1"/>
              </a:solidFill>
              <a:latin typeface="Open Sans ExtraBold"/>
              <a:ea typeface="Open Sans ExtraBold"/>
              <a:cs typeface="Open Sans ExtraBold"/>
              <a:sym typeface="Open Sans ExtraBold"/>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dirty="0">
                <a:solidFill>
                  <a:schemeClr val="dk1"/>
                </a:solidFill>
                <a:latin typeface="Open Sans"/>
                <a:ea typeface="Open Sans"/>
                <a:cs typeface="Open Sans"/>
                <a:sym typeface="Open Sans"/>
              </a:rPr>
              <a:t>Content goes here: </a:t>
            </a:r>
            <a:r>
              <a:rPr lang="en-US" sz="2100" b="0" i="0" u="none" strike="noStrike" cap="none" dirty="0" err="1">
                <a:solidFill>
                  <a:schemeClr val="dk1"/>
                </a:solidFill>
                <a:latin typeface="Open Sans"/>
                <a:ea typeface="Open Sans"/>
                <a:cs typeface="Open Sans"/>
                <a:sym typeface="Open Sans"/>
              </a:rPr>
              <a:t>Ossus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volupicabore</a:t>
            </a:r>
            <a:r>
              <a:rPr lang="en-US" sz="2100" b="0" i="0" u="none" strike="noStrike" cap="none" dirty="0">
                <a:solidFill>
                  <a:schemeClr val="dk1"/>
                </a:solidFill>
                <a:latin typeface="Open Sans"/>
                <a:ea typeface="Open Sans"/>
                <a:cs typeface="Open Sans"/>
                <a:sym typeface="Open Sans"/>
              </a:rPr>
              <a:t> et </a:t>
            </a:r>
            <a:r>
              <a:rPr lang="en-US" sz="2100" b="0" i="0" u="none" strike="noStrike" cap="none" dirty="0" err="1">
                <a:solidFill>
                  <a:schemeClr val="dk1"/>
                </a:solidFill>
                <a:latin typeface="Open Sans"/>
                <a:ea typeface="Open Sans"/>
                <a:cs typeface="Open Sans"/>
                <a:sym typeface="Open Sans"/>
              </a:rPr>
              <a:t>iminciae</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nitati</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diaeculpa</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cumquo</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omnihil</a:t>
            </a:r>
            <a:r>
              <a:rPr lang="en-US" sz="2100" b="0" i="0" u="none" strike="noStrike" cap="none" dirty="0">
                <a:solidFill>
                  <a:schemeClr val="dk1"/>
                </a:solidFill>
                <a:latin typeface="Open Sans"/>
                <a:ea typeface="Open Sans"/>
                <a:cs typeface="Open Sans"/>
                <a:sym typeface="Open Sans"/>
              </a:rPr>
              <a:t> et, </a:t>
            </a:r>
            <a:r>
              <a:rPr lang="en-US" sz="2100" b="0" i="0" u="none" strike="noStrike" cap="none" dirty="0" err="1">
                <a:solidFill>
                  <a:schemeClr val="dk1"/>
                </a:solidFill>
                <a:latin typeface="Open Sans"/>
                <a:ea typeface="Open Sans"/>
                <a:cs typeface="Open Sans"/>
                <a:sym typeface="Open Sans"/>
              </a:rPr>
              <a:t>occulpa</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venient</a:t>
            </a:r>
            <a:r>
              <a:rPr lang="en-US" sz="2100" b="0" i="0" u="none" strike="noStrike" cap="none" dirty="0">
                <a:solidFill>
                  <a:schemeClr val="dk1"/>
                </a:solidFill>
                <a:latin typeface="Open Sans"/>
                <a:ea typeface="Open Sans"/>
                <a:cs typeface="Open Sans"/>
                <a:sym typeface="Open Sans"/>
              </a:rPr>
              <a:t> ab </a:t>
            </a:r>
            <a:r>
              <a:rPr lang="en-US" sz="2100" b="0" i="0" u="none" strike="noStrike" cap="none" dirty="0" err="1">
                <a:solidFill>
                  <a:schemeClr val="dk1"/>
                </a:solidFill>
                <a:latin typeface="Open Sans"/>
                <a:ea typeface="Open Sans"/>
                <a:cs typeface="Open Sans"/>
                <a:sym typeface="Open Sans"/>
              </a:rPr>
              <a:t>ilibusam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volectes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vellic</a:t>
            </a:r>
            <a:r>
              <a:rPr lang="en-US" sz="2100" b="0" i="0" u="none" strike="noStrike" cap="none" dirty="0">
                <a:solidFill>
                  <a:schemeClr val="dk1"/>
                </a:solidFill>
                <a:latin typeface="Open Sans"/>
                <a:ea typeface="Open Sans"/>
                <a:cs typeface="Open Sans"/>
                <a:sym typeface="Open Sans"/>
              </a:rPr>
              <a:t> tori </a:t>
            </a:r>
            <a:r>
              <a:rPr lang="en-US" sz="2100" b="0" i="0" u="none" strike="noStrike" cap="none" dirty="0" err="1">
                <a:solidFill>
                  <a:schemeClr val="dk1"/>
                </a:solidFill>
                <a:latin typeface="Open Sans"/>
                <a:ea typeface="Open Sans"/>
                <a:cs typeface="Open Sans"/>
                <a:sym typeface="Open Sans"/>
              </a:rPr>
              <a:t>sitiusam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inciis</a:t>
            </a:r>
            <a:r>
              <a:rPr lang="en-US" sz="2100" b="0" i="0" u="none" strike="noStrike" cap="none" dirty="0">
                <a:solidFill>
                  <a:schemeClr val="dk1"/>
                </a:solidFill>
                <a:latin typeface="Open Sans"/>
                <a:ea typeface="Open Sans"/>
                <a:cs typeface="Open Sans"/>
                <a:sym typeface="Open Sans"/>
              </a:rPr>
              <a:t> net </a:t>
            </a:r>
            <a:r>
              <a:rPr lang="en-US" sz="2100" b="0" i="0" u="none" strike="noStrike" cap="none" dirty="0" err="1">
                <a:solidFill>
                  <a:schemeClr val="dk1"/>
                </a:solidFill>
                <a:latin typeface="Open Sans"/>
                <a:ea typeface="Open Sans"/>
                <a:cs typeface="Open Sans"/>
                <a:sym typeface="Open Sans"/>
              </a:rPr>
              <a:t>voluptatiis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auditius</a:t>
            </a:r>
            <a:r>
              <a:rPr lang="en-US" sz="2100" b="0" i="0" u="none" strike="noStrike" cap="none" dirty="0">
                <a:solidFill>
                  <a:schemeClr val="dk1"/>
                </a:solidFill>
                <a:latin typeface="Open Sans"/>
                <a:ea typeface="Open Sans"/>
                <a:cs typeface="Open Sans"/>
                <a:sym typeface="Open Sans"/>
              </a:rPr>
              <a:t> dem </a:t>
            </a:r>
            <a:r>
              <a:rPr lang="en-US" sz="2100" b="0" i="0" u="none" strike="noStrike" cap="none" dirty="0" err="1">
                <a:solidFill>
                  <a:schemeClr val="dk1"/>
                </a:solidFill>
                <a:latin typeface="Open Sans"/>
                <a:ea typeface="Open Sans"/>
                <a:cs typeface="Open Sans"/>
                <a:sym typeface="Open Sans"/>
              </a:rPr>
              <a:t>venimus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ium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eatius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dolupta</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tatumquae</a:t>
            </a:r>
            <a:r>
              <a:rPr lang="en-US" sz="2100" b="0" i="0" u="none" strike="noStrike" cap="none" dirty="0">
                <a:solidFill>
                  <a:schemeClr val="dk1"/>
                </a:solidFill>
                <a:latin typeface="Open Sans"/>
                <a:ea typeface="Open Sans"/>
                <a:cs typeface="Open Sans"/>
                <a:sym typeface="Open Sans"/>
              </a:rPr>
              <a:t> num </a:t>
            </a:r>
            <a:r>
              <a:rPr lang="en-US" sz="2100" b="0" i="0" u="none" strike="noStrike" cap="none" dirty="0" err="1">
                <a:solidFill>
                  <a:schemeClr val="dk1"/>
                </a:solidFill>
                <a:latin typeface="Open Sans"/>
                <a:ea typeface="Open Sans"/>
                <a:cs typeface="Open Sans"/>
                <a:sym typeface="Open Sans"/>
              </a:rPr>
              <a:t>eos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im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fugitis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ipienimet</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estisit</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que</a:t>
            </a:r>
            <a:r>
              <a:rPr lang="en-US" sz="2100" b="0" i="0" u="none" strike="noStrike" cap="none" dirty="0">
                <a:solidFill>
                  <a:schemeClr val="dk1"/>
                </a:solidFill>
                <a:latin typeface="Open Sans"/>
                <a:ea typeface="Open Sans"/>
                <a:cs typeface="Open Sans"/>
                <a:sym typeface="Open Sans"/>
              </a:rPr>
              <a:t> con </a:t>
            </a:r>
            <a:r>
              <a:rPr lang="en-US" sz="2100" b="0" i="0" u="none" strike="noStrike" cap="none" dirty="0" err="1">
                <a:solidFill>
                  <a:schemeClr val="dk1"/>
                </a:solidFill>
                <a:latin typeface="Open Sans"/>
                <a:ea typeface="Open Sans"/>
                <a:cs typeface="Open Sans"/>
                <a:sym typeface="Open Sans"/>
              </a:rPr>
              <a:t>nonsequi</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culluptia</a:t>
            </a:r>
            <a:r>
              <a:rPr lang="en-US" sz="2100" b="0" i="0" u="none" strike="noStrike" cap="none" dirty="0">
                <a:solidFill>
                  <a:schemeClr val="dk1"/>
                </a:solidFill>
                <a:latin typeface="Open Sans"/>
                <a:ea typeface="Open Sans"/>
                <a:cs typeface="Open Sans"/>
                <a:sym typeface="Open Sans"/>
              </a:rPr>
              <a:t> as dis </a:t>
            </a:r>
            <a:r>
              <a:rPr lang="en-US" sz="2100" b="0" i="0" u="none" strike="noStrike" cap="none" dirty="0" err="1">
                <a:solidFill>
                  <a:schemeClr val="dk1"/>
                </a:solidFill>
                <a:latin typeface="Open Sans"/>
                <a:ea typeface="Open Sans"/>
                <a:cs typeface="Open Sans"/>
                <a:sym typeface="Open Sans"/>
              </a:rPr>
              <a:t>consequatem</a:t>
            </a:r>
            <a:r>
              <a:rPr lang="en-US" sz="2100" b="0" i="0" u="none" strike="noStrike" cap="none" dirty="0">
                <a:solidFill>
                  <a:schemeClr val="dk1"/>
                </a:solidFill>
                <a:latin typeface="Open Sans"/>
                <a:ea typeface="Open Sans"/>
                <a:cs typeface="Open Sans"/>
                <a:sym typeface="Open Sans"/>
              </a:rPr>
              <a:t> qui </a:t>
            </a:r>
            <a:r>
              <a:rPr lang="en-US" sz="2100" b="0" i="0" u="none" strike="noStrike" cap="none" dirty="0" err="1">
                <a:solidFill>
                  <a:schemeClr val="dk1"/>
                </a:solidFill>
                <a:latin typeface="Open Sans"/>
                <a:ea typeface="Open Sans"/>
                <a:cs typeface="Open Sans"/>
                <a:sym typeface="Open Sans"/>
              </a:rPr>
              <a:t>aliqui</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doluptatum</a:t>
            </a:r>
            <a:r>
              <a:rPr lang="en-US" sz="2100" b="0" i="0" u="none" strike="noStrike" cap="none" dirty="0">
                <a:solidFill>
                  <a:schemeClr val="dk1"/>
                </a:solidFill>
                <a:latin typeface="Open Sans"/>
                <a:ea typeface="Open Sans"/>
                <a:cs typeface="Open Sans"/>
                <a:sym typeface="Open Sans"/>
              </a:rPr>
              <a:t> est, od quo blab </a:t>
            </a:r>
            <a:r>
              <a:rPr lang="en-US" sz="2100" b="0" i="0" u="none" strike="noStrike" cap="none" dirty="0" err="1">
                <a:solidFill>
                  <a:schemeClr val="dk1"/>
                </a:solidFill>
                <a:latin typeface="Open Sans"/>
                <a:ea typeface="Open Sans"/>
                <a:cs typeface="Open Sans"/>
                <a:sym typeface="Open Sans"/>
              </a:rPr>
              <a:t>ilias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eum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exeres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delitem</a:t>
            </a:r>
            <a:r>
              <a:rPr lang="en-US" sz="2100" b="0" i="0" u="none" strike="noStrike" cap="none" dirty="0">
                <a:solidFill>
                  <a:schemeClr val="dk1"/>
                </a:solidFill>
                <a:latin typeface="Open Sans"/>
                <a:ea typeface="Open Sans"/>
                <a:cs typeface="Open Sans"/>
                <a:sym typeface="Open Sans"/>
              </a:rPr>
              <a:t> qui </a:t>
            </a:r>
            <a:r>
              <a:rPr lang="en-US" sz="2100" b="0" i="0" u="none" strike="noStrike" cap="none" dirty="0" err="1">
                <a:solidFill>
                  <a:schemeClr val="dk1"/>
                </a:solidFill>
                <a:latin typeface="Open Sans"/>
                <a:ea typeface="Open Sans"/>
                <a:cs typeface="Open Sans"/>
                <a:sym typeface="Open Sans"/>
              </a:rPr>
              <a:t>ipiti</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omnisquam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harchic</a:t>
            </a:r>
            <a:r>
              <a:rPr lang="en-US" sz="2100" b="0" i="0" u="none" strike="noStrike" cap="none" dirty="0">
                <a:solidFill>
                  <a:schemeClr val="dk1"/>
                </a:solidFill>
                <a:latin typeface="Open Sans"/>
                <a:ea typeface="Open Sans"/>
                <a:cs typeface="Open Sans"/>
                <a:sym typeface="Open Sans"/>
              </a:rPr>
              <a:t> temper.</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dirty="0">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Ossus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volupicabore</a:t>
            </a:r>
            <a:r>
              <a:rPr lang="en-US" sz="2100" b="0" i="0" u="none" strike="noStrike" cap="none" dirty="0">
                <a:solidFill>
                  <a:schemeClr val="dk1"/>
                </a:solidFill>
                <a:latin typeface="Open Sans"/>
                <a:ea typeface="Open Sans"/>
                <a:cs typeface="Open Sans"/>
                <a:sym typeface="Open Sans"/>
              </a:rPr>
              <a:t> et </a:t>
            </a:r>
            <a:r>
              <a:rPr lang="en-US" sz="2100" b="0" i="0" u="none" strike="noStrike" cap="none" dirty="0" err="1">
                <a:solidFill>
                  <a:schemeClr val="dk1"/>
                </a:solidFill>
                <a:latin typeface="Open Sans"/>
                <a:ea typeface="Open Sans"/>
                <a:cs typeface="Open Sans"/>
                <a:sym typeface="Open Sans"/>
              </a:rPr>
              <a:t>iminciae</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nitati</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diaeculpa</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cumquo</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omnihil</a:t>
            </a:r>
            <a:r>
              <a:rPr lang="en-US" sz="2100" b="0" i="0" u="none" strike="noStrike" cap="none" dirty="0">
                <a:solidFill>
                  <a:schemeClr val="dk1"/>
                </a:solidFill>
                <a:latin typeface="Open Sans"/>
                <a:ea typeface="Open Sans"/>
                <a:cs typeface="Open Sans"/>
                <a:sym typeface="Open Sans"/>
              </a:rPr>
              <a:t> et, </a:t>
            </a:r>
            <a:r>
              <a:rPr lang="en-US" sz="2100" b="0" i="0" u="none" strike="noStrike" cap="none" dirty="0" err="1">
                <a:solidFill>
                  <a:schemeClr val="dk1"/>
                </a:solidFill>
                <a:latin typeface="Open Sans"/>
                <a:ea typeface="Open Sans"/>
                <a:cs typeface="Open Sans"/>
                <a:sym typeface="Open Sans"/>
              </a:rPr>
              <a:t>occulpa</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venient</a:t>
            </a:r>
            <a:r>
              <a:rPr lang="en-US" sz="2100" b="0" i="0" u="none" strike="noStrike" cap="none" dirty="0">
                <a:solidFill>
                  <a:schemeClr val="dk1"/>
                </a:solidFill>
                <a:latin typeface="Open Sans"/>
                <a:ea typeface="Open Sans"/>
                <a:cs typeface="Open Sans"/>
                <a:sym typeface="Open Sans"/>
              </a:rPr>
              <a:t> ab </a:t>
            </a:r>
            <a:r>
              <a:rPr lang="en-US" sz="2100" b="0" i="0" u="none" strike="noStrike" cap="none" dirty="0" err="1">
                <a:solidFill>
                  <a:schemeClr val="dk1"/>
                </a:solidFill>
                <a:latin typeface="Open Sans"/>
                <a:ea typeface="Open Sans"/>
                <a:cs typeface="Open Sans"/>
                <a:sym typeface="Open Sans"/>
              </a:rPr>
              <a:t>ilibusam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volectes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vellic</a:t>
            </a:r>
            <a:r>
              <a:rPr lang="en-US" sz="2100" b="0" i="0" u="none" strike="noStrike" cap="none" dirty="0">
                <a:solidFill>
                  <a:schemeClr val="dk1"/>
                </a:solidFill>
                <a:latin typeface="Open Sans"/>
                <a:ea typeface="Open Sans"/>
                <a:cs typeface="Open Sans"/>
                <a:sym typeface="Open Sans"/>
              </a:rPr>
              <a:t> tori </a:t>
            </a:r>
            <a:r>
              <a:rPr lang="en-US" sz="2100" b="0" i="0" u="none" strike="noStrike" cap="none" dirty="0" err="1">
                <a:solidFill>
                  <a:schemeClr val="dk1"/>
                </a:solidFill>
                <a:latin typeface="Open Sans"/>
                <a:ea typeface="Open Sans"/>
                <a:cs typeface="Open Sans"/>
                <a:sym typeface="Open Sans"/>
              </a:rPr>
              <a:t>sitiusam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inciis</a:t>
            </a:r>
            <a:r>
              <a:rPr lang="en-US" sz="2100" b="0" i="0" u="none" strike="noStrike" cap="none" dirty="0">
                <a:solidFill>
                  <a:schemeClr val="dk1"/>
                </a:solidFill>
                <a:latin typeface="Open Sans"/>
                <a:ea typeface="Open Sans"/>
                <a:cs typeface="Open Sans"/>
                <a:sym typeface="Open Sans"/>
              </a:rPr>
              <a:t> net </a:t>
            </a:r>
            <a:r>
              <a:rPr lang="en-US" sz="2100" b="0" i="0" u="none" strike="noStrike" cap="none" dirty="0" err="1">
                <a:solidFill>
                  <a:schemeClr val="dk1"/>
                </a:solidFill>
                <a:latin typeface="Open Sans"/>
                <a:ea typeface="Open Sans"/>
                <a:cs typeface="Open Sans"/>
                <a:sym typeface="Open Sans"/>
              </a:rPr>
              <a:t>voluptatiis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auditius</a:t>
            </a:r>
            <a:r>
              <a:rPr lang="en-US" sz="2100" b="0" i="0" u="none" strike="noStrike" cap="none" dirty="0">
                <a:solidFill>
                  <a:schemeClr val="dk1"/>
                </a:solidFill>
                <a:latin typeface="Open Sans"/>
                <a:ea typeface="Open Sans"/>
                <a:cs typeface="Open Sans"/>
                <a:sym typeface="Open Sans"/>
              </a:rPr>
              <a:t> dem </a:t>
            </a:r>
            <a:r>
              <a:rPr lang="en-US" sz="2100" b="0" i="0" u="none" strike="noStrike" cap="none" dirty="0" err="1">
                <a:solidFill>
                  <a:schemeClr val="dk1"/>
                </a:solidFill>
                <a:latin typeface="Open Sans"/>
                <a:ea typeface="Open Sans"/>
                <a:cs typeface="Open Sans"/>
                <a:sym typeface="Open Sans"/>
              </a:rPr>
              <a:t>venimus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ium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eatius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dolupta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dirty="0">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dirty="0">
              <a:solidFill>
                <a:schemeClr val="dk1"/>
              </a:solidFill>
              <a:latin typeface="Open Sans ExtraBold"/>
              <a:ea typeface="Open Sans ExtraBold"/>
              <a:cs typeface="Open Sans ExtraBold"/>
              <a:sym typeface="Open Sans ExtraBold"/>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dirty="0" err="1">
                <a:solidFill>
                  <a:schemeClr val="dk1"/>
                </a:solidFill>
                <a:latin typeface="Open Sans ExtraBold"/>
                <a:ea typeface="Open Sans ExtraBold"/>
                <a:cs typeface="Open Sans ExtraBold"/>
                <a:sym typeface="Open Sans ExtraBold"/>
              </a:rPr>
              <a:t>Subheader</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dirty="0" err="1">
                <a:solidFill>
                  <a:schemeClr val="dk1"/>
                </a:solidFill>
                <a:latin typeface="Open Sans"/>
                <a:ea typeface="Open Sans"/>
                <a:cs typeface="Open Sans"/>
                <a:sym typeface="Open Sans"/>
              </a:rPr>
              <a:t>Ossus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volupicabore</a:t>
            </a:r>
            <a:r>
              <a:rPr lang="en-US" sz="2100" b="0" i="0" u="none" strike="noStrike" cap="none" dirty="0">
                <a:solidFill>
                  <a:schemeClr val="dk1"/>
                </a:solidFill>
                <a:latin typeface="Open Sans"/>
                <a:ea typeface="Open Sans"/>
                <a:cs typeface="Open Sans"/>
                <a:sym typeface="Open Sans"/>
              </a:rPr>
              <a:t> et </a:t>
            </a:r>
            <a:r>
              <a:rPr lang="en-US" sz="2100" b="0" i="0" u="none" strike="noStrike" cap="none" dirty="0" err="1">
                <a:solidFill>
                  <a:schemeClr val="dk1"/>
                </a:solidFill>
                <a:latin typeface="Open Sans"/>
                <a:ea typeface="Open Sans"/>
                <a:cs typeface="Open Sans"/>
                <a:sym typeface="Open Sans"/>
              </a:rPr>
              <a:t>iminciae</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nitati</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diaeculpa</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cumquo</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omnihil</a:t>
            </a:r>
            <a:r>
              <a:rPr lang="en-US" sz="2100" b="0" i="0" u="none" strike="noStrike" cap="none" dirty="0">
                <a:solidFill>
                  <a:schemeClr val="dk1"/>
                </a:solidFill>
                <a:latin typeface="Open Sans"/>
                <a:ea typeface="Open Sans"/>
                <a:cs typeface="Open Sans"/>
                <a:sym typeface="Open Sans"/>
              </a:rPr>
              <a:t> et, </a:t>
            </a:r>
            <a:r>
              <a:rPr lang="en-US" sz="2100" b="0" i="0" u="none" strike="noStrike" cap="none" dirty="0" err="1">
                <a:solidFill>
                  <a:schemeClr val="dk1"/>
                </a:solidFill>
                <a:latin typeface="Open Sans"/>
                <a:ea typeface="Open Sans"/>
                <a:cs typeface="Open Sans"/>
                <a:sym typeface="Open Sans"/>
              </a:rPr>
              <a:t>occulpa</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venient</a:t>
            </a:r>
            <a:r>
              <a:rPr lang="en-US" sz="2100" b="0" i="0" u="none" strike="noStrike" cap="none" dirty="0">
                <a:solidFill>
                  <a:schemeClr val="dk1"/>
                </a:solidFill>
                <a:latin typeface="Open Sans"/>
                <a:ea typeface="Open Sans"/>
                <a:cs typeface="Open Sans"/>
                <a:sym typeface="Open Sans"/>
              </a:rPr>
              <a:t> ab </a:t>
            </a:r>
            <a:r>
              <a:rPr lang="en-US" sz="2100" b="0" i="0" u="none" strike="noStrike" cap="none" dirty="0" err="1">
                <a:solidFill>
                  <a:schemeClr val="dk1"/>
                </a:solidFill>
                <a:latin typeface="Open Sans"/>
                <a:ea typeface="Open Sans"/>
                <a:cs typeface="Open Sans"/>
                <a:sym typeface="Open Sans"/>
              </a:rPr>
              <a:t>ilibusam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volectes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vellic</a:t>
            </a:r>
            <a:r>
              <a:rPr lang="en-US" sz="2100" b="0" i="0" u="none" strike="noStrike" cap="none" dirty="0">
                <a:solidFill>
                  <a:schemeClr val="dk1"/>
                </a:solidFill>
                <a:latin typeface="Open Sans"/>
                <a:ea typeface="Open Sans"/>
                <a:cs typeface="Open Sans"/>
                <a:sym typeface="Open Sans"/>
              </a:rPr>
              <a:t> tori </a:t>
            </a:r>
            <a:r>
              <a:rPr lang="en-US" sz="2100" b="0" i="0" u="none" strike="noStrike" cap="none" dirty="0" err="1">
                <a:solidFill>
                  <a:schemeClr val="dk1"/>
                </a:solidFill>
                <a:latin typeface="Open Sans"/>
                <a:ea typeface="Open Sans"/>
                <a:cs typeface="Open Sans"/>
                <a:sym typeface="Open Sans"/>
              </a:rPr>
              <a:t>sitiusam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inciis</a:t>
            </a:r>
            <a:r>
              <a:rPr lang="en-US" sz="2100" b="0" i="0" u="none" strike="noStrike" cap="none" dirty="0">
                <a:solidFill>
                  <a:schemeClr val="dk1"/>
                </a:solidFill>
                <a:latin typeface="Open Sans"/>
                <a:ea typeface="Open Sans"/>
                <a:cs typeface="Open Sans"/>
                <a:sym typeface="Open Sans"/>
              </a:rPr>
              <a:t> net </a:t>
            </a:r>
            <a:r>
              <a:rPr lang="en-US" sz="2100" b="0" i="0" u="none" strike="noStrike" cap="none" dirty="0" err="1">
                <a:solidFill>
                  <a:schemeClr val="dk1"/>
                </a:solidFill>
                <a:latin typeface="Open Sans"/>
                <a:ea typeface="Open Sans"/>
                <a:cs typeface="Open Sans"/>
                <a:sym typeface="Open Sans"/>
              </a:rPr>
              <a:t>voluptatiis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auditius</a:t>
            </a:r>
            <a:r>
              <a:rPr lang="en-US" sz="2100" b="0" i="0" u="none" strike="noStrike" cap="none" dirty="0">
                <a:solidFill>
                  <a:schemeClr val="dk1"/>
                </a:solidFill>
                <a:latin typeface="Open Sans"/>
                <a:ea typeface="Open Sans"/>
                <a:cs typeface="Open Sans"/>
                <a:sym typeface="Open Sans"/>
              </a:rPr>
              <a:t> dem </a:t>
            </a:r>
            <a:r>
              <a:rPr lang="en-US" sz="2100" b="0" i="0" u="none" strike="noStrike" cap="none" dirty="0" err="1">
                <a:solidFill>
                  <a:schemeClr val="dk1"/>
                </a:solidFill>
                <a:latin typeface="Open Sans"/>
                <a:ea typeface="Open Sans"/>
                <a:cs typeface="Open Sans"/>
                <a:sym typeface="Open Sans"/>
              </a:rPr>
              <a:t>venimu</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ium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eatius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doluptaium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eatius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dolupta</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tatumquae</a:t>
            </a:r>
            <a:r>
              <a:rPr lang="en-US" sz="2100" b="0" i="0" u="none" strike="noStrike" cap="none" dirty="0">
                <a:solidFill>
                  <a:schemeClr val="dk1"/>
                </a:solidFill>
                <a:latin typeface="Open Sans"/>
                <a:ea typeface="Open Sans"/>
                <a:cs typeface="Open Sans"/>
                <a:sym typeface="Open Sans"/>
              </a:rPr>
              <a:t> num </a:t>
            </a:r>
            <a:r>
              <a:rPr lang="en-US" sz="2100" b="0" i="0" u="none" strike="noStrike" cap="none" dirty="0" err="1">
                <a:solidFill>
                  <a:schemeClr val="dk1"/>
                </a:solidFill>
                <a:latin typeface="Open Sans"/>
                <a:ea typeface="Open Sans"/>
                <a:cs typeface="Open Sans"/>
                <a:sym typeface="Open Sans"/>
              </a:rPr>
              <a:t>eos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im</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fugitis</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ipienimet</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estisit</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que</a:t>
            </a:r>
            <a:r>
              <a:rPr lang="en-US" sz="2100" b="0" i="0" u="none" strike="noStrike" cap="none" dirty="0">
                <a:solidFill>
                  <a:schemeClr val="dk1"/>
                </a:solidFill>
                <a:latin typeface="Open Sans"/>
                <a:ea typeface="Open Sans"/>
                <a:cs typeface="Open Sans"/>
                <a:sym typeface="Open Sans"/>
              </a:rPr>
              <a:t> con </a:t>
            </a:r>
            <a:r>
              <a:rPr lang="en-US" sz="2100" b="0" i="0" u="none" strike="noStrike" cap="none" dirty="0" err="1">
                <a:solidFill>
                  <a:schemeClr val="dk1"/>
                </a:solidFill>
                <a:latin typeface="Open Sans"/>
                <a:ea typeface="Open Sans"/>
                <a:cs typeface="Open Sans"/>
                <a:sym typeface="Open Sans"/>
              </a:rPr>
              <a:t>nonsequi</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culluptia</a:t>
            </a:r>
            <a:r>
              <a:rPr lang="en-US" sz="2100" b="0" i="0" u="none" strike="noStrike" cap="none" dirty="0">
                <a:solidFill>
                  <a:schemeClr val="dk1"/>
                </a:solidFill>
                <a:latin typeface="Open Sans"/>
                <a:ea typeface="Open Sans"/>
                <a:cs typeface="Open Sans"/>
                <a:sym typeface="Open Sans"/>
              </a:rPr>
              <a:t> as dis </a:t>
            </a:r>
            <a:r>
              <a:rPr lang="en-US" sz="2100" b="0" i="0" u="none" strike="noStrike" cap="none" dirty="0" err="1">
                <a:solidFill>
                  <a:schemeClr val="dk1"/>
                </a:solidFill>
                <a:latin typeface="Open Sans"/>
                <a:ea typeface="Open Sans"/>
                <a:cs typeface="Open Sans"/>
                <a:sym typeface="Open Sans"/>
              </a:rPr>
              <a:t>consequatem</a:t>
            </a:r>
            <a:r>
              <a:rPr lang="en-US" sz="2100" b="0" i="0" u="none" strike="noStrike" cap="none" dirty="0">
                <a:solidFill>
                  <a:schemeClr val="dk1"/>
                </a:solidFill>
                <a:latin typeface="Open Sans"/>
                <a:ea typeface="Open Sans"/>
                <a:cs typeface="Open Sans"/>
                <a:sym typeface="Open Sans"/>
              </a:rPr>
              <a:t> qui </a:t>
            </a:r>
            <a:r>
              <a:rPr lang="en-US" sz="2100" b="0" i="0" u="none" strike="noStrike" cap="none" dirty="0" err="1">
                <a:solidFill>
                  <a:schemeClr val="dk1"/>
                </a:solidFill>
                <a:latin typeface="Open Sans"/>
                <a:ea typeface="Open Sans"/>
                <a:cs typeface="Open Sans"/>
                <a:sym typeface="Open Sans"/>
              </a:rPr>
              <a:t>aliqui</a:t>
            </a:r>
            <a:r>
              <a:rPr lang="en-US" sz="2100" b="0" i="0" u="none" strike="noStrike" cap="none" dirty="0">
                <a:solidFill>
                  <a:schemeClr val="dk1"/>
                </a:solidFill>
                <a:latin typeface="Open Sans"/>
                <a:ea typeface="Open Sans"/>
                <a:cs typeface="Open Sans"/>
                <a:sym typeface="Open Sans"/>
              </a:rPr>
              <a:t> </a:t>
            </a:r>
            <a:r>
              <a:rPr lang="en-US" sz="2100" b="0" i="0" u="none" strike="noStrike" cap="none" dirty="0" err="1">
                <a:solidFill>
                  <a:schemeClr val="dk1"/>
                </a:solidFill>
                <a:latin typeface="Open Sans"/>
                <a:ea typeface="Open Sans"/>
                <a:cs typeface="Open Sans"/>
                <a:sym typeface="Open Sans"/>
              </a:rPr>
              <a:t>doluptatum</a:t>
            </a:r>
            <a:r>
              <a:rPr lang="en-US" sz="2100" b="0" i="0" u="none" strike="noStrike" cap="none" dirty="0">
                <a:solidFill>
                  <a:schemeClr val="dk1"/>
                </a:solidFill>
                <a:latin typeface="Open Sans"/>
                <a:ea typeface="Open Sans"/>
                <a:cs typeface="Open Sans"/>
                <a:sym typeface="Open Sans"/>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dirty="0">
              <a:solidFill>
                <a:schemeClr val="dk1"/>
              </a:solidFill>
              <a:latin typeface="Arial"/>
              <a:ea typeface="Arial"/>
              <a:cs typeface="Arial"/>
              <a:sym typeface="Arial"/>
            </a:endParaRPr>
          </a:p>
        </p:txBody>
      </p:sp>
      <p:sp>
        <p:nvSpPr>
          <p:cNvPr id="350" name="Google Shape;350;p1"/>
          <p:cNvSpPr/>
          <p:nvPr/>
        </p:nvSpPr>
        <p:spPr>
          <a:xfrm>
            <a:off x="2543175" y="15610114"/>
            <a:ext cx="9115425" cy="15254026"/>
          </a:xfrm>
          <a:prstGeom prst="rect">
            <a:avLst/>
          </a:prstGeom>
          <a:solidFill>
            <a:schemeClr val="lt1"/>
          </a:solidFill>
          <a:ln>
            <a:noFill/>
          </a:ln>
        </p:spPr>
        <p:txBody>
          <a:bodyPr spcFirstLastPara="1" wrap="square" lIns="270000" tIns="270000" rIns="270000" bIns="27000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rgbClr val="501214"/>
                </a:solidFill>
                <a:latin typeface="Open Sans ExtraBold"/>
                <a:ea typeface="Open Sans ExtraBold"/>
                <a:cs typeface="Open Sans ExtraBold"/>
                <a:sym typeface="Open Sans ExtraBold"/>
              </a:rPr>
              <a:t>Introduction &amp; Significance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ExtraBold"/>
                <a:ea typeface="Open Sans ExtraBold"/>
                <a:cs typeface="Open Sans ExtraBold"/>
                <a:sym typeface="Open Sans ExtraBold"/>
              </a:rPr>
              <a:t>Subheader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a:ea typeface="Open Sans"/>
                <a:cs typeface="Open Sans"/>
                <a:sym typeface="Open Sans"/>
              </a:rPr>
              <a:t>Content goes here: Ossus volupicabore et iminciae nitati diaeculpa cumquo omnihil et, occulpa venient ab ilibusam volectes vellic tori sitiusam inciis net voluptatiis auditius dem venimus, ium eatius dolupta tatumquae num eos im fugitis ipienimet estisit, que con nonsequi culluptia as dis consequatem qui aliqui doluptatum est, od quo blab ilias eum exeres delitem qui ipiti omnisquam harchic temper.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a:ea typeface="Open Sans"/>
                <a:cs typeface="Open Sans"/>
                <a:sym typeface="Open Sans"/>
              </a:rPr>
              <a:t>Ossus volupicabore et iminciae nitati diaeculpa cumquo omnihil et, occulpa venient ab ilibusam volectes vellic tori sitiusam inciis net voluptatiis auditius dem venimus, ium eatius dolupta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Open Sans"/>
                <a:ea typeface="Open Sans"/>
                <a:cs typeface="Open Sans"/>
                <a:sym typeface="Open Sans"/>
              </a:rPr>
              <a:t>Ossus volupicabore et iminciae nitati diaeculpa cumquo omnihil et, occulpa venient ab ilibusam volectes vellic tori sitiusam inciis net voluptatiis auditius dem venimu, ium eatius doluptaium eatius dolupta tatumquae num eos im fugitis ipienimet estisit, que con nonsequi culluptia as dis consequatem qui aliqui doluptatum.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Arial"/>
              <a:ea typeface="Arial"/>
              <a:cs typeface="Arial"/>
              <a:sym typeface="Arial"/>
            </a:endParaRPr>
          </a:p>
        </p:txBody>
      </p:sp>
      <p:sp>
        <p:nvSpPr>
          <p:cNvPr id="351" name="Google Shape;351;p1"/>
          <p:cNvSpPr txBox="1"/>
          <p:nvPr/>
        </p:nvSpPr>
        <p:spPr>
          <a:xfrm>
            <a:off x="12718766" y="28741825"/>
            <a:ext cx="8541033" cy="734302"/>
          </a:xfrm>
          <a:prstGeom prst="rect">
            <a:avLst/>
          </a:prstGeom>
          <a:noFill/>
          <a:ln>
            <a:noFill/>
          </a:ln>
        </p:spPr>
        <p:txBody>
          <a:bodyPr spcFirstLastPara="1" wrap="square" lIns="135000" tIns="135000" rIns="135000" bIns="135000" anchor="t" anchorCtr="0">
            <a:spAutoFit/>
          </a:bodyPr>
          <a:lstStyle/>
          <a:p>
            <a:pPr marL="0" marR="0" lvl="0" indent="0"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latin typeface="Open Sans"/>
                <a:ea typeface="Open Sans"/>
                <a:cs typeface="Open Sans"/>
                <a:sym typeface="Open Sans"/>
              </a:rPr>
              <a:t>This is the suggested format for captions.</a:t>
            </a:r>
            <a:endParaRPr sz="1400" b="0" i="0" u="none" strike="noStrike" cap="none" dirty="0">
              <a:solidFill>
                <a:srgbClr val="000000"/>
              </a:solidFill>
              <a:latin typeface="Arial"/>
              <a:ea typeface="Arial"/>
              <a:cs typeface="Arial"/>
              <a:sym typeface="Arial"/>
            </a:endParaRPr>
          </a:p>
          <a:p>
            <a:pPr marL="0" marR="0" lvl="0" indent="0"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latin typeface="Open Sans"/>
                <a:ea typeface="Open Sans"/>
                <a:cs typeface="Open Sans"/>
                <a:sym typeface="Open Sans"/>
              </a:rPr>
              <a:t>Duis autem vel </a:t>
            </a:r>
            <a:r>
              <a:rPr lang="en-US" sz="1500" b="0" i="0" u="none" strike="noStrike" cap="none" dirty="0" err="1">
                <a:solidFill>
                  <a:schemeClr val="dk1"/>
                </a:solidFill>
                <a:latin typeface="Open Sans"/>
                <a:ea typeface="Open Sans"/>
                <a:cs typeface="Open Sans"/>
                <a:sym typeface="Open Sans"/>
              </a:rPr>
              <a:t>eum</a:t>
            </a:r>
            <a:r>
              <a:rPr lang="en-US" sz="1500" b="0" i="0" u="none" strike="noStrike" cap="none" dirty="0">
                <a:solidFill>
                  <a:schemeClr val="dk1"/>
                </a:solidFill>
                <a:latin typeface="Open Sans"/>
                <a:ea typeface="Open Sans"/>
                <a:cs typeface="Open Sans"/>
                <a:sym typeface="Open Sans"/>
              </a:rPr>
              <a:t> </a:t>
            </a:r>
            <a:r>
              <a:rPr lang="en-US" sz="1500" b="0" i="0" u="none" strike="noStrike" cap="none" dirty="0" err="1">
                <a:solidFill>
                  <a:schemeClr val="dk1"/>
                </a:solidFill>
                <a:latin typeface="Open Sans"/>
                <a:ea typeface="Open Sans"/>
                <a:cs typeface="Open Sans"/>
                <a:sym typeface="Open Sans"/>
              </a:rPr>
              <a:t>iriure</a:t>
            </a:r>
            <a:r>
              <a:rPr lang="en-US" sz="1500" b="0" i="0" u="none" strike="noStrike" cap="none" dirty="0">
                <a:solidFill>
                  <a:schemeClr val="dk1"/>
                </a:solidFill>
                <a:latin typeface="Open Sans"/>
                <a:ea typeface="Open Sans"/>
                <a:cs typeface="Open Sans"/>
                <a:sym typeface="Open Sans"/>
              </a:rPr>
              <a:t> dolor in </a:t>
            </a:r>
            <a:r>
              <a:rPr lang="en-US" sz="1500" b="0" i="0" u="none" strike="noStrike" cap="none" dirty="0" err="1">
                <a:solidFill>
                  <a:schemeClr val="dk1"/>
                </a:solidFill>
                <a:latin typeface="Open Sans"/>
                <a:ea typeface="Open Sans"/>
                <a:cs typeface="Open Sans"/>
                <a:sym typeface="Open Sans"/>
              </a:rPr>
              <a:t>hendrerit</a:t>
            </a:r>
            <a:r>
              <a:rPr lang="en-US" sz="1500" b="0" i="0" u="none" strike="noStrike" cap="none" dirty="0">
                <a:solidFill>
                  <a:schemeClr val="dk1"/>
                </a:solidFill>
                <a:latin typeface="Open Sans"/>
                <a:ea typeface="Open Sans"/>
                <a:cs typeface="Open Sans"/>
                <a:sym typeface="Open Sans"/>
              </a:rPr>
              <a:t> in </a:t>
            </a:r>
            <a:r>
              <a:rPr lang="en-US" sz="1500" b="0" i="0" u="none" strike="noStrike" cap="none" dirty="0" err="1">
                <a:solidFill>
                  <a:schemeClr val="dk1"/>
                </a:solidFill>
                <a:latin typeface="Open Sans"/>
                <a:ea typeface="Open Sans"/>
                <a:cs typeface="Open Sans"/>
                <a:sym typeface="Open Sans"/>
              </a:rPr>
              <a:t>vulputate</a:t>
            </a:r>
            <a:r>
              <a:rPr lang="en-US" sz="1500" b="0" i="0" u="none" strike="noStrike" cap="none" dirty="0">
                <a:solidFill>
                  <a:schemeClr val="dk1"/>
                </a:solidFill>
                <a:latin typeface="Open Sans"/>
                <a:ea typeface="Open Sans"/>
                <a:cs typeface="Open Sans"/>
                <a:sym typeface="Open Sans"/>
              </a:rPr>
              <a:t> </a:t>
            </a:r>
            <a:r>
              <a:rPr lang="en-US" sz="1500" b="0" i="0" u="none" strike="noStrike" cap="none" dirty="0" err="1">
                <a:solidFill>
                  <a:schemeClr val="dk1"/>
                </a:solidFill>
                <a:latin typeface="Open Sans"/>
                <a:ea typeface="Open Sans"/>
                <a:cs typeface="Open Sans"/>
                <a:sym typeface="Open Sans"/>
              </a:rPr>
              <a:t>velit</a:t>
            </a:r>
            <a:r>
              <a:rPr lang="en-US" sz="1500" b="0" i="0" u="none" strike="noStrike" cap="none" dirty="0">
                <a:solidFill>
                  <a:schemeClr val="dk1"/>
                </a:solidFill>
                <a:latin typeface="Open Sans"/>
                <a:ea typeface="Open Sans"/>
                <a:cs typeface="Open Sans"/>
                <a:sym typeface="Open Sans"/>
              </a:rPr>
              <a:t> esse </a:t>
            </a:r>
            <a:r>
              <a:rPr lang="en-US" sz="1500" b="0" i="0" u="none" strike="noStrike" cap="none" dirty="0" err="1">
                <a:solidFill>
                  <a:schemeClr val="dk1"/>
                </a:solidFill>
                <a:latin typeface="Open Sans"/>
                <a:ea typeface="Open Sans"/>
                <a:cs typeface="Open Sans"/>
                <a:sym typeface="Open Sans"/>
              </a:rPr>
              <a:t>molestie</a:t>
            </a:r>
            <a:r>
              <a:rPr lang="en-US" sz="1500" b="0" i="0" u="none" strike="noStrike" cap="none" dirty="0">
                <a:solidFill>
                  <a:schemeClr val="dk1"/>
                </a:solidFill>
                <a:latin typeface="Open Sans"/>
                <a:ea typeface="Open Sans"/>
                <a:cs typeface="Open Sans"/>
                <a:sym typeface="Open Sans"/>
              </a:rPr>
              <a:t> </a:t>
            </a:r>
            <a:r>
              <a:rPr lang="en-US" sz="1500" b="0" i="0" u="none" strike="noStrike" cap="none" dirty="0" err="1">
                <a:solidFill>
                  <a:schemeClr val="dk1"/>
                </a:solidFill>
                <a:latin typeface="Open Sans"/>
                <a:ea typeface="Open Sans"/>
                <a:cs typeface="Open Sans"/>
                <a:sym typeface="Open Sans"/>
              </a:rPr>
              <a:t>consequat</a:t>
            </a:r>
            <a:r>
              <a:rPr lang="en-US" sz="1500" b="0" i="0" u="none" strike="noStrike" cap="none" dirty="0">
                <a:solidFill>
                  <a:schemeClr val="dk1"/>
                </a:solidFill>
                <a:latin typeface="Open Sans"/>
                <a:ea typeface="Open Sans"/>
                <a:cs typeface="Open Sans"/>
                <a:sym typeface="Open Sans"/>
              </a:rPr>
              <a:t>.</a:t>
            </a:r>
            <a:endParaRPr sz="1500" b="0" i="0" u="none" strike="noStrike" cap="none" dirty="0">
              <a:solidFill>
                <a:schemeClr val="dk1"/>
              </a:solidFill>
              <a:latin typeface="Open Sans"/>
              <a:ea typeface="Open Sans"/>
              <a:cs typeface="Open Sans"/>
              <a:sym typeface="Open Sans"/>
            </a:endParaRPr>
          </a:p>
        </p:txBody>
      </p:sp>
      <p:pic>
        <p:nvPicPr>
          <p:cNvPr id="354" name="Google Shape;354;p1"/>
          <p:cNvPicPr preferRelativeResize="0"/>
          <p:nvPr/>
        </p:nvPicPr>
        <p:blipFill rotWithShape="1">
          <a:blip>
            <a:alphaModFix/>
          </a:blip>
          <a:srcRect/>
          <a:stretch/>
        </p:blipFill>
        <p:spPr>
          <a:xfrm>
            <a:off x="33983738" y="29441918"/>
            <a:ext cx="7092248" cy="1119537"/>
          </a:xfrm>
          <a:prstGeom prst="rect">
            <a:avLst/>
          </a:prstGeom>
          <a:noFill/>
          <a:ln>
            <a:noFill/>
          </a:ln>
        </p:spPr>
      </p:pic>
      <p:sp>
        <p:nvSpPr>
          <p:cNvPr id="2" name="Google Shape;340;p1">
            <a:extLst>
              <a:ext uri="{FF2B5EF4-FFF2-40B4-BE49-F238E27FC236}">
                <a16:creationId xmlns:a16="http://schemas.microsoft.com/office/drawing/2014/main" id="{64BA3356-9726-DE44-9120-E14CA9035292}"/>
              </a:ext>
            </a:extLst>
          </p:cNvPr>
          <p:cNvSpPr/>
          <p:nvPr/>
        </p:nvSpPr>
        <p:spPr>
          <a:xfrm>
            <a:off x="22418408" y="23208727"/>
            <a:ext cx="9282235" cy="6618425"/>
          </a:xfrm>
          <a:prstGeom prst="rect">
            <a:avLst/>
          </a:prstGeom>
          <a:solidFill>
            <a:srgbClr val="EEEEEE"/>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450"/>
              <a:buFont typeface="Arial"/>
              <a:buNone/>
            </a:pPr>
            <a:endParaRPr sz="6450" b="0" i="0" u="none" strike="noStrike" cap="none">
              <a:solidFill>
                <a:schemeClr val="dk1"/>
              </a:solidFill>
              <a:latin typeface="Arial"/>
              <a:ea typeface="Arial"/>
              <a:cs typeface="Arial"/>
              <a:sym typeface="Arial"/>
            </a:endParaRPr>
          </a:p>
        </p:txBody>
      </p:sp>
      <p:sp>
        <p:nvSpPr>
          <p:cNvPr id="3" name="Google Shape;343;p1">
            <a:extLst>
              <a:ext uri="{FF2B5EF4-FFF2-40B4-BE49-F238E27FC236}">
                <a16:creationId xmlns:a16="http://schemas.microsoft.com/office/drawing/2014/main" id="{C1646476-9C7E-307B-4FC2-3E7A611EB883}"/>
              </a:ext>
            </a:extLst>
          </p:cNvPr>
          <p:cNvSpPr/>
          <p:nvPr/>
        </p:nvSpPr>
        <p:spPr>
          <a:xfrm>
            <a:off x="22418408" y="14115528"/>
            <a:ext cx="9282235" cy="6781006"/>
          </a:xfrm>
          <a:prstGeom prst="rect">
            <a:avLst/>
          </a:prstGeom>
          <a:solidFill>
            <a:srgbClr val="EEEEEE"/>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450"/>
              <a:buFont typeface="Arial"/>
              <a:buNone/>
            </a:pPr>
            <a:endParaRPr sz="6450" b="0" i="0" u="none" strike="noStrike" cap="none">
              <a:solidFill>
                <a:schemeClr val="dk1"/>
              </a:solidFill>
              <a:latin typeface="Arial"/>
              <a:ea typeface="Arial"/>
              <a:cs typeface="Arial"/>
              <a:sym typeface="Arial"/>
            </a:endParaRPr>
          </a:p>
        </p:txBody>
      </p:sp>
      <p:sp>
        <p:nvSpPr>
          <p:cNvPr id="4" name="Google Shape;344;p1">
            <a:extLst>
              <a:ext uri="{FF2B5EF4-FFF2-40B4-BE49-F238E27FC236}">
                <a16:creationId xmlns:a16="http://schemas.microsoft.com/office/drawing/2014/main" id="{0CF968C5-5ACB-6BB7-EF81-E852D6088484}"/>
              </a:ext>
            </a:extLst>
          </p:cNvPr>
          <p:cNvSpPr txBox="1"/>
          <p:nvPr/>
        </p:nvSpPr>
        <p:spPr>
          <a:xfrm>
            <a:off x="22789010" y="21274359"/>
            <a:ext cx="8972108" cy="734302"/>
          </a:xfrm>
          <a:prstGeom prst="rect">
            <a:avLst/>
          </a:prstGeom>
          <a:noFill/>
          <a:ln>
            <a:noFill/>
          </a:ln>
        </p:spPr>
        <p:txBody>
          <a:bodyPr spcFirstLastPara="1" wrap="square" lIns="135000" tIns="135000" rIns="135000" bIns="1350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latin typeface="Open Sans"/>
                <a:ea typeface="Open Sans"/>
                <a:cs typeface="Open Sans"/>
                <a:sym typeface="Open Sans"/>
              </a:rPr>
              <a:t>This is the suggested format for captions.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latin typeface="Open Sans"/>
                <a:ea typeface="Open Sans"/>
                <a:cs typeface="Open Sans"/>
                <a:sym typeface="Open Sans"/>
              </a:rPr>
              <a:t>Duis autem vel </a:t>
            </a:r>
            <a:r>
              <a:rPr lang="en-US" sz="1500" b="0" i="0" u="none" strike="noStrike" cap="none" dirty="0" err="1">
                <a:solidFill>
                  <a:schemeClr val="dk1"/>
                </a:solidFill>
                <a:latin typeface="Open Sans"/>
                <a:ea typeface="Open Sans"/>
                <a:cs typeface="Open Sans"/>
                <a:sym typeface="Open Sans"/>
              </a:rPr>
              <a:t>eum</a:t>
            </a:r>
            <a:r>
              <a:rPr lang="en-US" sz="1500" b="0" i="0" u="none" strike="noStrike" cap="none" dirty="0">
                <a:solidFill>
                  <a:schemeClr val="dk1"/>
                </a:solidFill>
                <a:latin typeface="Open Sans"/>
                <a:ea typeface="Open Sans"/>
                <a:cs typeface="Open Sans"/>
                <a:sym typeface="Open Sans"/>
              </a:rPr>
              <a:t> </a:t>
            </a:r>
            <a:r>
              <a:rPr lang="en-US" sz="1500" b="0" i="0" u="none" strike="noStrike" cap="none" dirty="0" err="1">
                <a:solidFill>
                  <a:schemeClr val="dk1"/>
                </a:solidFill>
                <a:latin typeface="Open Sans"/>
                <a:ea typeface="Open Sans"/>
                <a:cs typeface="Open Sans"/>
                <a:sym typeface="Open Sans"/>
              </a:rPr>
              <a:t>iriure</a:t>
            </a:r>
            <a:r>
              <a:rPr lang="en-US" sz="1500" b="0" i="0" u="none" strike="noStrike" cap="none" dirty="0">
                <a:solidFill>
                  <a:schemeClr val="dk1"/>
                </a:solidFill>
                <a:latin typeface="Open Sans"/>
                <a:ea typeface="Open Sans"/>
                <a:cs typeface="Open Sans"/>
                <a:sym typeface="Open Sans"/>
              </a:rPr>
              <a:t> dolor in </a:t>
            </a:r>
            <a:r>
              <a:rPr lang="en-US" sz="1500" b="0" i="0" u="none" strike="noStrike" cap="none" dirty="0" err="1">
                <a:solidFill>
                  <a:schemeClr val="dk1"/>
                </a:solidFill>
                <a:latin typeface="Open Sans"/>
                <a:ea typeface="Open Sans"/>
                <a:cs typeface="Open Sans"/>
                <a:sym typeface="Open Sans"/>
              </a:rPr>
              <a:t>hendrerit</a:t>
            </a:r>
            <a:r>
              <a:rPr lang="en-US" sz="1500" b="0" i="0" u="none" strike="noStrike" cap="none" dirty="0">
                <a:solidFill>
                  <a:schemeClr val="dk1"/>
                </a:solidFill>
                <a:latin typeface="Open Sans"/>
                <a:ea typeface="Open Sans"/>
                <a:cs typeface="Open Sans"/>
                <a:sym typeface="Open Sans"/>
              </a:rPr>
              <a:t> in </a:t>
            </a:r>
            <a:r>
              <a:rPr lang="en-US" sz="1500" b="0" i="0" u="none" strike="noStrike" cap="none" dirty="0" err="1">
                <a:solidFill>
                  <a:schemeClr val="dk1"/>
                </a:solidFill>
                <a:latin typeface="Open Sans"/>
                <a:ea typeface="Open Sans"/>
                <a:cs typeface="Open Sans"/>
                <a:sym typeface="Open Sans"/>
              </a:rPr>
              <a:t>vulputate</a:t>
            </a:r>
            <a:r>
              <a:rPr lang="en-US" sz="1500" b="0" i="0" u="none" strike="noStrike" cap="none" dirty="0">
                <a:solidFill>
                  <a:schemeClr val="dk1"/>
                </a:solidFill>
                <a:latin typeface="Open Sans"/>
                <a:ea typeface="Open Sans"/>
                <a:cs typeface="Open Sans"/>
                <a:sym typeface="Open Sans"/>
              </a:rPr>
              <a:t> </a:t>
            </a:r>
            <a:r>
              <a:rPr lang="en-US" sz="1500" b="0" i="0" u="none" strike="noStrike" cap="none" dirty="0" err="1">
                <a:solidFill>
                  <a:schemeClr val="dk1"/>
                </a:solidFill>
                <a:latin typeface="Open Sans"/>
                <a:ea typeface="Open Sans"/>
                <a:cs typeface="Open Sans"/>
                <a:sym typeface="Open Sans"/>
              </a:rPr>
              <a:t>velit</a:t>
            </a:r>
            <a:r>
              <a:rPr lang="en-US" sz="1500" b="0" i="0" u="none" strike="noStrike" cap="none" dirty="0">
                <a:solidFill>
                  <a:schemeClr val="dk1"/>
                </a:solidFill>
                <a:latin typeface="Open Sans"/>
                <a:ea typeface="Open Sans"/>
                <a:cs typeface="Open Sans"/>
                <a:sym typeface="Open Sans"/>
              </a:rPr>
              <a:t> esse </a:t>
            </a:r>
            <a:r>
              <a:rPr lang="en-US" sz="1500" b="0" i="0" u="none" strike="noStrike" cap="none" dirty="0" err="1">
                <a:solidFill>
                  <a:schemeClr val="dk1"/>
                </a:solidFill>
                <a:latin typeface="Open Sans"/>
                <a:ea typeface="Open Sans"/>
                <a:cs typeface="Open Sans"/>
                <a:sym typeface="Open Sans"/>
              </a:rPr>
              <a:t>molestie</a:t>
            </a:r>
            <a:r>
              <a:rPr lang="en-US" sz="1500" b="0" i="0" u="none" strike="noStrike" cap="none" dirty="0">
                <a:solidFill>
                  <a:schemeClr val="dk1"/>
                </a:solidFill>
                <a:latin typeface="Open Sans"/>
                <a:ea typeface="Open Sans"/>
                <a:cs typeface="Open Sans"/>
                <a:sym typeface="Open Sans"/>
              </a:rPr>
              <a:t> </a:t>
            </a:r>
            <a:r>
              <a:rPr lang="en-US" sz="1500" b="0" i="0" u="none" strike="noStrike" cap="none" dirty="0" err="1">
                <a:solidFill>
                  <a:schemeClr val="dk1"/>
                </a:solidFill>
                <a:latin typeface="Open Sans"/>
                <a:ea typeface="Open Sans"/>
                <a:cs typeface="Open Sans"/>
                <a:sym typeface="Open Sans"/>
              </a:rPr>
              <a:t>consequat</a:t>
            </a:r>
            <a:r>
              <a:rPr lang="en-US" sz="1500" b="0" i="0" u="none" strike="noStrike" cap="none" dirty="0">
                <a:solidFill>
                  <a:schemeClr val="dk1"/>
                </a:solidFill>
                <a:latin typeface="Open Sans"/>
                <a:ea typeface="Open Sans"/>
                <a:cs typeface="Open Sans"/>
                <a:sym typeface="Open Sans"/>
              </a:rPr>
              <a:t>.</a:t>
            </a:r>
            <a:endParaRPr sz="1500" b="0" i="0" u="none" strike="noStrike" cap="none" dirty="0">
              <a:solidFill>
                <a:schemeClr val="dk1"/>
              </a:solidFill>
              <a:latin typeface="Open Sans"/>
              <a:ea typeface="Open Sans"/>
              <a:cs typeface="Open Sans"/>
              <a:sym typeface="Open Sans"/>
            </a:endParaRPr>
          </a:p>
        </p:txBody>
      </p:sp>
      <p:sp>
        <p:nvSpPr>
          <p:cNvPr id="5" name="Google Shape;351;p1">
            <a:extLst>
              <a:ext uri="{FF2B5EF4-FFF2-40B4-BE49-F238E27FC236}">
                <a16:creationId xmlns:a16="http://schemas.microsoft.com/office/drawing/2014/main" id="{EC20B3F0-2EEA-3C27-AAA7-E9E83A10499D}"/>
              </a:ext>
            </a:extLst>
          </p:cNvPr>
          <p:cNvSpPr txBox="1"/>
          <p:nvPr/>
        </p:nvSpPr>
        <p:spPr>
          <a:xfrm>
            <a:off x="22789010" y="29827153"/>
            <a:ext cx="8541033" cy="734302"/>
          </a:xfrm>
          <a:prstGeom prst="rect">
            <a:avLst/>
          </a:prstGeom>
          <a:noFill/>
          <a:ln>
            <a:noFill/>
          </a:ln>
        </p:spPr>
        <p:txBody>
          <a:bodyPr spcFirstLastPara="1" wrap="square" lIns="135000" tIns="135000" rIns="135000" bIns="135000" anchor="t" anchorCtr="0">
            <a:spAutoFit/>
          </a:bodyPr>
          <a:lstStyle/>
          <a:p>
            <a:pPr marL="0" marR="0" lvl="0" indent="0"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latin typeface="Open Sans"/>
                <a:ea typeface="Open Sans"/>
                <a:cs typeface="Open Sans"/>
                <a:sym typeface="Open Sans"/>
              </a:rPr>
              <a:t>This is the suggested format for captions.</a:t>
            </a:r>
            <a:endParaRPr sz="1400" b="0" i="0" u="none" strike="noStrike" cap="none" dirty="0">
              <a:solidFill>
                <a:srgbClr val="000000"/>
              </a:solidFill>
              <a:latin typeface="Arial"/>
              <a:ea typeface="Arial"/>
              <a:cs typeface="Arial"/>
              <a:sym typeface="Arial"/>
            </a:endParaRPr>
          </a:p>
          <a:p>
            <a:pPr marL="0" marR="0" lvl="0" indent="0"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latin typeface="Open Sans"/>
                <a:ea typeface="Open Sans"/>
                <a:cs typeface="Open Sans"/>
                <a:sym typeface="Open Sans"/>
              </a:rPr>
              <a:t>Duis autem vel </a:t>
            </a:r>
            <a:r>
              <a:rPr lang="en-US" sz="1500" b="0" i="0" u="none" strike="noStrike" cap="none" dirty="0" err="1">
                <a:solidFill>
                  <a:schemeClr val="dk1"/>
                </a:solidFill>
                <a:latin typeface="Open Sans"/>
                <a:ea typeface="Open Sans"/>
                <a:cs typeface="Open Sans"/>
                <a:sym typeface="Open Sans"/>
              </a:rPr>
              <a:t>eum</a:t>
            </a:r>
            <a:r>
              <a:rPr lang="en-US" sz="1500" b="0" i="0" u="none" strike="noStrike" cap="none" dirty="0">
                <a:solidFill>
                  <a:schemeClr val="dk1"/>
                </a:solidFill>
                <a:latin typeface="Open Sans"/>
                <a:ea typeface="Open Sans"/>
                <a:cs typeface="Open Sans"/>
                <a:sym typeface="Open Sans"/>
              </a:rPr>
              <a:t> </a:t>
            </a:r>
            <a:r>
              <a:rPr lang="en-US" sz="1500" b="0" i="0" u="none" strike="noStrike" cap="none" dirty="0" err="1">
                <a:solidFill>
                  <a:schemeClr val="dk1"/>
                </a:solidFill>
                <a:latin typeface="Open Sans"/>
                <a:ea typeface="Open Sans"/>
                <a:cs typeface="Open Sans"/>
                <a:sym typeface="Open Sans"/>
              </a:rPr>
              <a:t>iriure</a:t>
            </a:r>
            <a:r>
              <a:rPr lang="en-US" sz="1500" b="0" i="0" u="none" strike="noStrike" cap="none" dirty="0">
                <a:solidFill>
                  <a:schemeClr val="dk1"/>
                </a:solidFill>
                <a:latin typeface="Open Sans"/>
                <a:ea typeface="Open Sans"/>
                <a:cs typeface="Open Sans"/>
                <a:sym typeface="Open Sans"/>
              </a:rPr>
              <a:t> dolor in </a:t>
            </a:r>
            <a:r>
              <a:rPr lang="en-US" sz="1500" b="0" i="0" u="none" strike="noStrike" cap="none" dirty="0" err="1">
                <a:solidFill>
                  <a:schemeClr val="dk1"/>
                </a:solidFill>
                <a:latin typeface="Open Sans"/>
                <a:ea typeface="Open Sans"/>
                <a:cs typeface="Open Sans"/>
                <a:sym typeface="Open Sans"/>
              </a:rPr>
              <a:t>hendrerit</a:t>
            </a:r>
            <a:r>
              <a:rPr lang="en-US" sz="1500" b="0" i="0" u="none" strike="noStrike" cap="none" dirty="0">
                <a:solidFill>
                  <a:schemeClr val="dk1"/>
                </a:solidFill>
                <a:latin typeface="Open Sans"/>
                <a:ea typeface="Open Sans"/>
                <a:cs typeface="Open Sans"/>
                <a:sym typeface="Open Sans"/>
              </a:rPr>
              <a:t> in </a:t>
            </a:r>
            <a:r>
              <a:rPr lang="en-US" sz="1500" b="0" i="0" u="none" strike="noStrike" cap="none" dirty="0" err="1">
                <a:solidFill>
                  <a:schemeClr val="dk1"/>
                </a:solidFill>
                <a:latin typeface="Open Sans"/>
                <a:ea typeface="Open Sans"/>
                <a:cs typeface="Open Sans"/>
                <a:sym typeface="Open Sans"/>
              </a:rPr>
              <a:t>vulputate</a:t>
            </a:r>
            <a:r>
              <a:rPr lang="en-US" sz="1500" b="0" i="0" u="none" strike="noStrike" cap="none" dirty="0">
                <a:solidFill>
                  <a:schemeClr val="dk1"/>
                </a:solidFill>
                <a:latin typeface="Open Sans"/>
                <a:ea typeface="Open Sans"/>
                <a:cs typeface="Open Sans"/>
                <a:sym typeface="Open Sans"/>
              </a:rPr>
              <a:t> </a:t>
            </a:r>
            <a:r>
              <a:rPr lang="en-US" sz="1500" b="0" i="0" u="none" strike="noStrike" cap="none" dirty="0" err="1">
                <a:solidFill>
                  <a:schemeClr val="dk1"/>
                </a:solidFill>
                <a:latin typeface="Open Sans"/>
                <a:ea typeface="Open Sans"/>
                <a:cs typeface="Open Sans"/>
                <a:sym typeface="Open Sans"/>
              </a:rPr>
              <a:t>velit</a:t>
            </a:r>
            <a:r>
              <a:rPr lang="en-US" sz="1500" b="0" i="0" u="none" strike="noStrike" cap="none" dirty="0">
                <a:solidFill>
                  <a:schemeClr val="dk1"/>
                </a:solidFill>
                <a:latin typeface="Open Sans"/>
                <a:ea typeface="Open Sans"/>
                <a:cs typeface="Open Sans"/>
                <a:sym typeface="Open Sans"/>
              </a:rPr>
              <a:t> esse </a:t>
            </a:r>
            <a:r>
              <a:rPr lang="en-US" sz="1500" b="0" i="0" u="none" strike="noStrike" cap="none" dirty="0" err="1">
                <a:solidFill>
                  <a:schemeClr val="dk1"/>
                </a:solidFill>
                <a:latin typeface="Open Sans"/>
                <a:ea typeface="Open Sans"/>
                <a:cs typeface="Open Sans"/>
                <a:sym typeface="Open Sans"/>
              </a:rPr>
              <a:t>molestie</a:t>
            </a:r>
            <a:r>
              <a:rPr lang="en-US" sz="1500" b="0" i="0" u="none" strike="noStrike" cap="none" dirty="0">
                <a:solidFill>
                  <a:schemeClr val="dk1"/>
                </a:solidFill>
                <a:latin typeface="Open Sans"/>
                <a:ea typeface="Open Sans"/>
                <a:cs typeface="Open Sans"/>
                <a:sym typeface="Open Sans"/>
              </a:rPr>
              <a:t> </a:t>
            </a:r>
            <a:r>
              <a:rPr lang="en-US" sz="1500" b="0" i="0" u="none" strike="noStrike" cap="none" dirty="0" err="1">
                <a:solidFill>
                  <a:schemeClr val="dk1"/>
                </a:solidFill>
                <a:latin typeface="Open Sans"/>
                <a:ea typeface="Open Sans"/>
                <a:cs typeface="Open Sans"/>
                <a:sym typeface="Open Sans"/>
              </a:rPr>
              <a:t>consequat</a:t>
            </a:r>
            <a:r>
              <a:rPr lang="en-US" sz="1500" b="0" i="0" u="none" strike="noStrike" cap="none" dirty="0">
                <a:solidFill>
                  <a:schemeClr val="dk1"/>
                </a:solidFill>
                <a:latin typeface="Open Sans"/>
                <a:ea typeface="Open Sans"/>
                <a:cs typeface="Open Sans"/>
                <a:sym typeface="Open Sans"/>
              </a:rPr>
              <a:t>.</a:t>
            </a:r>
            <a:endParaRPr sz="1500" b="0" i="0" u="none" strike="noStrike" cap="none" dirty="0">
              <a:solidFill>
                <a:schemeClr val="dk1"/>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name="Atlas">
  <a:themeElements>
    <a:clrScheme name="Atlas">
      <a:dk1>
        <a:srgbClr val="000000"/>
      </a:dk1>
      <a:lt1>
        <a:srgbClr val="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1522</TotalTime>
  <Words>718</Words>
  <Application>Microsoft Macintosh PowerPoint</Application>
  <PresentationFormat>Custom</PresentationFormat>
  <Paragraphs>72</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Open Sans ExtraBold</vt:lpstr>
      <vt:lpstr>Rockwell</vt:lpstr>
      <vt:lpstr>Arial</vt:lpstr>
      <vt:lpstr>Calibri</vt:lpstr>
      <vt:lpstr>Open Sans Light</vt:lpstr>
      <vt:lpstr>Noto Sans Symbols</vt:lpstr>
      <vt:lpstr>Open Sans</vt:lpstr>
      <vt:lpstr>Atlas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Creative Services at Public Affairs</dc:creator>
  <cp:lastModifiedBy>Belgaid, Yousra</cp:lastModifiedBy>
  <cp:revision>3</cp:revision>
  <dcterms:created xsi:type="dcterms:W3CDTF">2009-06-18T18:05:32Z</dcterms:created>
  <dcterms:modified xsi:type="dcterms:W3CDTF">2026-03-03T03:41:06Z</dcterms:modified>
</cp:coreProperties>
</file>